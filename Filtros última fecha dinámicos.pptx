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5" r:id="rId4"/>
    <p:sldMasterId id="2147484259" r:id="rId5"/>
    <p:sldMasterId id="2147484292" r:id="rId6"/>
    <p:sldMasterId id="2147484325" r:id="rId7"/>
  </p:sldMasterIdLst>
  <p:notesMasterIdLst>
    <p:notesMasterId r:id="rId16"/>
  </p:notesMasterIdLst>
  <p:handoutMasterIdLst>
    <p:handoutMasterId r:id="rId17"/>
  </p:handoutMasterIdLst>
  <p:sldIdLst>
    <p:sldId id="290" r:id="rId8"/>
    <p:sldId id="299" r:id="rId9"/>
    <p:sldId id="298" r:id="rId10"/>
    <p:sldId id="316" r:id="rId11"/>
    <p:sldId id="317" r:id="rId12"/>
    <p:sldId id="320" r:id="rId13"/>
    <p:sldId id="321" r:id="rId14"/>
    <p:sldId id="319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95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91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87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833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3047924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3657509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4267093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4876678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24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98DE20-A111-4DEA-1540-EE300339DFED}" name="Gene Du Preez (Group)" initials="GDP(" userId="S::gene.dupreez@dimensiondata.com::a0a063ad-23b1-4866-91a9-2c1dce0cbc4c" providerId="AD"/>
  <p188:author id="{AD734DB0-78FD-28E5-60EA-9D6D37F47C54}" name="Guest User" initials="GU" userId="S::urn:spo:anon#69a60b515810239f82bead0cd8d86b9efc917454fc299756c1f04e103a408b8f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rusha Sunker (Group)" initials="TS(" lastIdx="1" clrIdx="0">
    <p:extLst>
      <p:ext uri="{19B8F6BF-5375-455C-9EA6-DF929625EA0E}">
        <p15:presenceInfo xmlns:p15="http://schemas.microsoft.com/office/powerpoint/2012/main" userId="S::thirusha.sunker@global.ntt::e19a80b1-7843-49bc-b736-4f9b358ad4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CC6"/>
    <a:srgbClr val="FCD4C9"/>
    <a:srgbClr val="BAD2ED"/>
    <a:srgbClr val="C7E8E6"/>
    <a:srgbClr val="DB3D23"/>
    <a:srgbClr val="0072BC"/>
    <a:srgbClr val="001973"/>
    <a:srgbClr val="CDFFF7"/>
    <a:srgbClr val="E6442A"/>
    <a:srgbClr val="753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06C65-2111-4023-B7EE-B922679F2DF0}" v="3" dt="2024-03-15T12:30:44.1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52"/>
    <p:restoredTop sz="96327"/>
  </p:normalViewPr>
  <p:slideViewPr>
    <p:cSldViewPr>
      <p:cViewPr varScale="1">
        <p:scale>
          <a:sx n="63" d="100"/>
          <a:sy n="63" d="100"/>
        </p:scale>
        <p:origin x="200" y="56"/>
      </p:cViewPr>
      <p:guideLst>
        <p:guide orient="horz" pos="624"/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176"/>
    </p:cViewPr>
  </p:sorterViewPr>
  <p:notesViewPr>
    <p:cSldViewPr>
      <p:cViewPr>
        <p:scale>
          <a:sx n="1" d="2"/>
          <a:sy n="1" d="2"/>
        </p:scale>
        <p:origin x="7464" y="3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úl Vinuesa Arjona" userId="7aff4e53-4417-494c-9d83-46b48e18129d" providerId="ADAL" clId="{E5806C65-2111-4023-B7EE-B922679F2DF0}"/>
    <pc:docChg chg="undo custSel addSld delSld modSld sldOrd">
      <pc:chgData name="Raúl Vinuesa Arjona" userId="7aff4e53-4417-494c-9d83-46b48e18129d" providerId="ADAL" clId="{E5806C65-2111-4023-B7EE-B922679F2DF0}" dt="2024-03-21T15:36:44.426" v="1365" actId="22"/>
      <pc:docMkLst>
        <pc:docMk/>
      </pc:docMkLst>
      <pc:sldChg chg="del">
        <pc:chgData name="Raúl Vinuesa Arjona" userId="7aff4e53-4417-494c-9d83-46b48e18129d" providerId="ADAL" clId="{E5806C65-2111-4023-B7EE-B922679F2DF0}" dt="2024-03-04T09:03:39.016" v="0" actId="47"/>
        <pc:sldMkLst>
          <pc:docMk/>
          <pc:sldMk cId="3946388760" sldId="256"/>
        </pc:sldMkLst>
      </pc:sldChg>
      <pc:sldChg chg="del">
        <pc:chgData name="Raúl Vinuesa Arjona" userId="7aff4e53-4417-494c-9d83-46b48e18129d" providerId="ADAL" clId="{E5806C65-2111-4023-B7EE-B922679F2DF0}" dt="2024-03-04T09:04:05.593" v="2" actId="47"/>
        <pc:sldMkLst>
          <pc:docMk/>
          <pc:sldMk cId="1457019880" sldId="258"/>
        </pc:sldMkLst>
      </pc:sldChg>
      <pc:sldChg chg="del">
        <pc:chgData name="Raúl Vinuesa Arjona" userId="7aff4e53-4417-494c-9d83-46b48e18129d" providerId="ADAL" clId="{E5806C65-2111-4023-B7EE-B922679F2DF0}" dt="2024-03-04T09:03:39.016" v="0" actId="47"/>
        <pc:sldMkLst>
          <pc:docMk/>
          <pc:sldMk cId="4136364672" sldId="260"/>
        </pc:sldMkLst>
      </pc:sldChg>
      <pc:sldChg chg="del">
        <pc:chgData name="Raúl Vinuesa Arjona" userId="7aff4e53-4417-494c-9d83-46b48e18129d" providerId="ADAL" clId="{E5806C65-2111-4023-B7EE-B922679F2DF0}" dt="2024-03-04T09:04:05.593" v="2" actId="47"/>
        <pc:sldMkLst>
          <pc:docMk/>
          <pc:sldMk cId="251061718" sldId="269"/>
        </pc:sldMkLst>
      </pc:sldChg>
      <pc:sldChg chg="del ord">
        <pc:chgData name="Raúl Vinuesa Arjona" userId="7aff4e53-4417-494c-9d83-46b48e18129d" providerId="ADAL" clId="{E5806C65-2111-4023-B7EE-B922679F2DF0}" dt="2024-03-15T13:08:43.416" v="901" actId="47"/>
        <pc:sldMkLst>
          <pc:docMk/>
          <pc:sldMk cId="3677665151" sldId="275"/>
        </pc:sldMkLst>
      </pc:sldChg>
      <pc:sldChg chg="del">
        <pc:chgData name="Raúl Vinuesa Arjona" userId="7aff4e53-4417-494c-9d83-46b48e18129d" providerId="ADAL" clId="{E5806C65-2111-4023-B7EE-B922679F2DF0}" dt="2024-03-04T09:04:39.485" v="3" actId="47"/>
        <pc:sldMkLst>
          <pc:docMk/>
          <pc:sldMk cId="910381375" sldId="276"/>
        </pc:sldMkLst>
      </pc:sldChg>
      <pc:sldChg chg="del">
        <pc:chgData name="Raúl Vinuesa Arjona" userId="7aff4e53-4417-494c-9d83-46b48e18129d" providerId="ADAL" clId="{E5806C65-2111-4023-B7EE-B922679F2DF0}" dt="2024-03-04T09:04:39.485" v="3" actId="47"/>
        <pc:sldMkLst>
          <pc:docMk/>
          <pc:sldMk cId="390600766" sldId="278"/>
        </pc:sldMkLst>
      </pc:sldChg>
      <pc:sldChg chg="del">
        <pc:chgData name="Raúl Vinuesa Arjona" userId="7aff4e53-4417-494c-9d83-46b48e18129d" providerId="ADAL" clId="{E5806C65-2111-4023-B7EE-B922679F2DF0}" dt="2024-03-15T13:01:00.358" v="860" actId="47"/>
        <pc:sldMkLst>
          <pc:docMk/>
          <pc:sldMk cId="2779632124" sldId="279"/>
        </pc:sldMkLst>
      </pc:sldChg>
      <pc:sldChg chg="del">
        <pc:chgData name="Raúl Vinuesa Arjona" userId="7aff4e53-4417-494c-9d83-46b48e18129d" providerId="ADAL" clId="{E5806C65-2111-4023-B7EE-B922679F2DF0}" dt="2024-03-15T13:06:04.506" v="896" actId="47"/>
        <pc:sldMkLst>
          <pc:docMk/>
          <pc:sldMk cId="684399121" sldId="280"/>
        </pc:sldMkLst>
      </pc:sldChg>
      <pc:sldChg chg="del ord">
        <pc:chgData name="Raúl Vinuesa Arjona" userId="7aff4e53-4417-494c-9d83-46b48e18129d" providerId="ADAL" clId="{E5806C65-2111-4023-B7EE-B922679F2DF0}" dt="2024-03-15T13:08:41.863" v="900" actId="47"/>
        <pc:sldMkLst>
          <pc:docMk/>
          <pc:sldMk cId="1057394158" sldId="281"/>
        </pc:sldMkLst>
      </pc:sldChg>
      <pc:sldChg chg="del">
        <pc:chgData name="Raúl Vinuesa Arjona" userId="7aff4e53-4417-494c-9d83-46b48e18129d" providerId="ADAL" clId="{E5806C65-2111-4023-B7EE-B922679F2DF0}" dt="2024-03-15T12:28:10.886" v="256" actId="47"/>
        <pc:sldMkLst>
          <pc:docMk/>
          <pc:sldMk cId="468860591" sldId="282"/>
        </pc:sldMkLst>
      </pc:sldChg>
      <pc:sldChg chg="del">
        <pc:chgData name="Raúl Vinuesa Arjona" userId="7aff4e53-4417-494c-9d83-46b48e18129d" providerId="ADAL" clId="{E5806C65-2111-4023-B7EE-B922679F2DF0}" dt="2024-03-15T12:28:10.886" v="256" actId="47"/>
        <pc:sldMkLst>
          <pc:docMk/>
          <pc:sldMk cId="2762736386" sldId="283"/>
        </pc:sldMkLst>
      </pc:sldChg>
      <pc:sldChg chg="del">
        <pc:chgData name="Raúl Vinuesa Arjona" userId="7aff4e53-4417-494c-9d83-46b48e18129d" providerId="ADAL" clId="{E5806C65-2111-4023-B7EE-B922679F2DF0}" dt="2024-03-15T12:28:10.886" v="256" actId="47"/>
        <pc:sldMkLst>
          <pc:docMk/>
          <pc:sldMk cId="3780854995" sldId="285"/>
        </pc:sldMkLst>
      </pc:sldChg>
      <pc:sldChg chg="del">
        <pc:chgData name="Raúl Vinuesa Arjona" userId="7aff4e53-4417-494c-9d83-46b48e18129d" providerId="ADAL" clId="{E5806C65-2111-4023-B7EE-B922679F2DF0}" dt="2024-03-15T12:28:10.886" v="256" actId="47"/>
        <pc:sldMkLst>
          <pc:docMk/>
          <pc:sldMk cId="771091699" sldId="286"/>
        </pc:sldMkLst>
      </pc:sldChg>
      <pc:sldChg chg="addSp delSp modSp mod">
        <pc:chgData name="Raúl Vinuesa Arjona" userId="7aff4e53-4417-494c-9d83-46b48e18129d" providerId="ADAL" clId="{E5806C65-2111-4023-B7EE-B922679F2DF0}" dt="2024-03-21T15:36:44.426" v="1365" actId="22"/>
        <pc:sldMkLst>
          <pc:docMk/>
          <pc:sldMk cId="1972729466" sldId="290"/>
        </pc:sldMkLst>
        <pc:spChg chg="mod">
          <ac:chgData name="Raúl Vinuesa Arjona" userId="7aff4e53-4417-494c-9d83-46b48e18129d" providerId="ADAL" clId="{E5806C65-2111-4023-B7EE-B922679F2DF0}" dt="2024-03-15T12:27:27.214" v="255" actId="14100"/>
          <ac:spMkLst>
            <pc:docMk/>
            <pc:sldMk cId="1972729466" sldId="290"/>
            <ac:spMk id="2" creationId="{02F412B7-E2E4-FAA3-EAFF-2E14B0ABA181}"/>
          </ac:spMkLst>
        </pc:spChg>
        <pc:spChg chg="mod">
          <ac:chgData name="Raúl Vinuesa Arjona" userId="7aff4e53-4417-494c-9d83-46b48e18129d" providerId="ADAL" clId="{E5806C65-2111-4023-B7EE-B922679F2DF0}" dt="2024-03-04T10:53:32.329" v="229" actId="1076"/>
          <ac:spMkLst>
            <pc:docMk/>
            <pc:sldMk cId="1972729466" sldId="290"/>
            <ac:spMk id="3" creationId="{D8450F8B-D75F-B6CB-E277-DCEFABE50A27}"/>
          </ac:spMkLst>
        </pc:spChg>
        <pc:spChg chg="add del mod">
          <ac:chgData name="Raúl Vinuesa Arjona" userId="7aff4e53-4417-494c-9d83-46b48e18129d" providerId="ADAL" clId="{E5806C65-2111-4023-B7EE-B922679F2DF0}" dt="2024-03-15T11:00:37.394" v="254" actId="478"/>
          <ac:spMkLst>
            <pc:docMk/>
            <pc:sldMk cId="1972729466" sldId="290"/>
            <ac:spMk id="4" creationId="{ECDD31F5-4CA1-B7F3-DC95-A77ED94E6403}"/>
          </ac:spMkLst>
        </pc:spChg>
        <pc:picChg chg="add del">
          <ac:chgData name="Raúl Vinuesa Arjona" userId="7aff4e53-4417-494c-9d83-46b48e18129d" providerId="ADAL" clId="{E5806C65-2111-4023-B7EE-B922679F2DF0}" dt="2024-03-21T15:36:44.426" v="1365" actId="22"/>
          <ac:picMkLst>
            <pc:docMk/>
            <pc:sldMk cId="1972729466" sldId="290"/>
            <ac:picMk id="5" creationId="{C6366173-BC1E-1F46-558C-BC28E6EF6E07}"/>
          </ac:picMkLst>
        </pc:picChg>
        <pc:inkChg chg="add del">
          <ac:chgData name="Raúl Vinuesa Arjona" userId="7aff4e53-4417-494c-9d83-46b48e18129d" providerId="ADAL" clId="{E5806C65-2111-4023-B7EE-B922679F2DF0}" dt="2024-03-21T15:36:41.968" v="1363" actId="9405"/>
          <ac:inkMkLst>
            <pc:docMk/>
            <pc:sldMk cId="1972729466" sldId="290"/>
            <ac:inkMk id="6" creationId="{875BD11D-1EF3-9344-076C-62FA483E5CF8}"/>
          </ac:inkMkLst>
        </pc:inkChg>
      </pc:sldChg>
      <pc:sldChg chg="del">
        <pc:chgData name="Raúl Vinuesa Arjona" userId="7aff4e53-4417-494c-9d83-46b48e18129d" providerId="ADAL" clId="{E5806C65-2111-4023-B7EE-B922679F2DF0}" dt="2024-03-04T09:04:05.593" v="2" actId="47"/>
        <pc:sldMkLst>
          <pc:docMk/>
          <pc:sldMk cId="1590045096" sldId="291"/>
        </pc:sldMkLst>
      </pc:sldChg>
      <pc:sldChg chg="del">
        <pc:chgData name="Raúl Vinuesa Arjona" userId="7aff4e53-4417-494c-9d83-46b48e18129d" providerId="ADAL" clId="{E5806C65-2111-4023-B7EE-B922679F2DF0}" dt="2024-03-04T09:04:05.593" v="2" actId="47"/>
        <pc:sldMkLst>
          <pc:docMk/>
          <pc:sldMk cId="1400920056" sldId="292"/>
        </pc:sldMkLst>
      </pc:sldChg>
      <pc:sldChg chg="del">
        <pc:chgData name="Raúl Vinuesa Arjona" userId="7aff4e53-4417-494c-9d83-46b48e18129d" providerId="ADAL" clId="{E5806C65-2111-4023-B7EE-B922679F2DF0}" dt="2024-03-04T09:04:05.593" v="2" actId="47"/>
        <pc:sldMkLst>
          <pc:docMk/>
          <pc:sldMk cId="4238026030" sldId="297"/>
        </pc:sldMkLst>
      </pc:sldChg>
      <pc:sldChg chg="addSp delSp modSp mod">
        <pc:chgData name="Raúl Vinuesa Arjona" userId="7aff4e53-4417-494c-9d83-46b48e18129d" providerId="ADAL" clId="{E5806C65-2111-4023-B7EE-B922679F2DF0}" dt="2024-03-15T13:28:13.308" v="1355" actId="478"/>
        <pc:sldMkLst>
          <pc:docMk/>
          <pc:sldMk cId="4011129340" sldId="298"/>
        </pc:sldMkLst>
        <pc:spChg chg="mod">
          <ac:chgData name="Raúl Vinuesa Arjona" userId="7aff4e53-4417-494c-9d83-46b48e18129d" providerId="ADAL" clId="{E5806C65-2111-4023-B7EE-B922679F2DF0}" dt="2024-03-15T12:47:22.286" v="737" actId="20577"/>
          <ac:spMkLst>
            <pc:docMk/>
            <pc:sldMk cId="4011129340" sldId="298"/>
            <ac:spMk id="2" creationId="{B41E984C-C6EF-6599-52CC-1FFE194944F5}"/>
          </ac:spMkLst>
        </pc:spChg>
        <pc:spChg chg="mod">
          <ac:chgData name="Raúl Vinuesa Arjona" userId="7aff4e53-4417-494c-9d83-46b48e18129d" providerId="ADAL" clId="{E5806C65-2111-4023-B7EE-B922679F2DF0}" dt="2024-03-15T12:41:18.877" v="481" actId="20577"/>
          <ac:spMkLst>
            <pc:docMk/>
            <pc:sldMk cId="4011129340" sldId="298"/>
            <ac:spMk id="3" creationId="{5692B6B4-25EB-F3CF-A88C-110024FACC3E}"/>
          </ac:spMkLst>
        </pc:spChg>
        <pc:spChg chg="mod">
          <ac:chgData name="Raúl Vinuesa Arjona" userId="7aff4e53-4417-494c-9d83-46b48e18129d" providerId="ADAL" clId="{E5806C65-2111-4023-B7EE-B922679F2DF0}" dt="2024-03-15T12:42:37.842" v="620" actId="20577"/>
          <ac:spMkLst>
            <pc:docMk/>
            <pc:sldMk cId="4011129340" sldId="298"/>
            <ac:spMk id="4" creationId="{A7269C6F-5B7A-D2D6-66BA-4A360A1A5226}"/>
          </ac:spMkLst>
        </pc:spChg>
        <pc:spChg chg="mod">
          <ac:chgData name="Raúl Vinuesa Arjona" userId="7aff4e53-4417-494c-9d83-46b48e18129d" providerId="ADAL" clId="{E5806C65-2111-4023-B7EE-B922679F2DF0}" dt="2024-03-15T12:41:30.360" v="502" actId="20577"/>
          <ac:spMkLst>
            <pc:docMk/>
            <pc:sldMk cId="4011129340" sldId="298"/>
            <ac:spMk id="5" creationId="{9041C7A8-9CF2-91D9-04F7-A7F249B60CD5}"/>
          </ac:spMkLst>
        </pc:spChg>
        <pc:spChg chg="mod">
          <ac:chgData name="Raúl Vinuesa Arjona" userId="7aff4e53-4417-494c-9d83-46b48e18129d" providerId="ADAL" clId="{E5806C65-2111-4023-B7EE-B922679F2DF0}" dt="2024-03-15T12:43:08.491" v="688" actId="20577"/>
          <ac:spMkLst>
            <pc:docMk/>
            <pc:sldMk cId="4011129340" sldId="298"/>
            <ac:spMk id="6" creationId="{862EB5E1-3397-CCD3-5E28-37C446BC349B}"/>
          </ac:spMkLst>
        </pc:spChg>
        <pc:spChg chg="mod">
          <ac:chgData name="Raúl Vinuesa Arjona" userId="7aff4e53-4417-494c-9d83-46b48e18129d" providerId="ADAL" clId="{E5806C65-2111-4023-B7EE-B922679F2DF0}" dt="2024-03-15T13:27:55.632" v="1353" actId="20577"/>
          <ac:spMkLst>
            <pc:docMk/>
            <pc:sldMk cId="4011129340" sldId="298"/>
            <ac:spMk id="7" creationId="{FEDE03F8-D4DC-4A01-5E82-24BED8F5B96E}"/>
          </ac:spMkLst>
        </pc:spChg>
        <pc:spChg chg="del mod">
          <ac:chgData name="Raúl Vinuesa Arjona" userId="7aff4e53-4417-494c-9d83-46b48e18129d" providerId="ADAL" clId="{E5806C65-2111-4023-B7EE-B922679F2DF0}" dt="2024-03-15T13:28:10.227" v="1354" actId="478"/>
          <ac:spMkLst>
            <pc:docMk/>
            <pc:sldMk cId="4011129340" sldId="298"/>
            <ac:spMk id="8" creationId="{BABFE59F-18B0-5156-07EB-30EFB8054852}"/>
          </ac:spMkLst>
        </pc:spChg>
        <pc:spChg chg="mod">
          <ac:chgData name="Raúl Vinuesa Arjona" userId="7aff4e53-4417-494c-9d83-46b48e18129d" providerId="ADAL" clId="{E5806C65-2111-4023-B7EE-B922679F2DF0}" dt="2024-03-15T12:41:38.462" v="520" actId="20577"/>
          <ac:spMkLst>
            <pc:docMk/>
            <pc:sldMk cId="4011129340" sldId="298"/>
            <ac:spMk id="11" creationId="{080A799C-818C-9879-270E-8B69957E6F00}"/>
          </ac:spMkLst>
        </pc:spChg>
        <pc:spChg chg="mod">
          <ac:chgData name="Raúl Vinuesa Arjona" userId="7aff4e53-4417-494c-9d83-46b48e18129d" providerId="ADAL" clId="{E5806C65-2111-4023-B7EE-B922679F2DF0}" dt="2024-03-15T12:41:53.343" v="550" actId="20577"/>
          <ac:spMkLst>
            <pc:docMk/>
            <pc:sldMk cId="4011129340" sldId="298"/>
            <ac:spMk id="12" creationId="{63A995A3-71DA-4B3B-42C9-D6B77AD59079}"/>
          </ac:spMkLst>
        </pc:spChg>
        <pc:spChg chg="mod">
          <ac:chgData name="Raúl Vinuesa Arjona" userId="7aff4e53-4417-494c-9d83-46b48e18129d" providerId="ADAL" clId="{E5806C65-2111-4023-B7EE-B922679F2DF0}" dt="2024-03-15T12:43:41.667" v="692" actId="20577"/>
          <ac:spMkLst>
            <pc:docMk/>
            <pc:sldMk cId="4011129340" sldId="298"/>
            <ac:spMk id="13" creationId="{E29D73E0-76E3-3A6A-BD65-73571FBBEC15}"/>
          </ac:spMkLst>
        </pc:spChg>
        <pc:spChg chg="del">
          <ac:chgData name="Raúl Vinuesa Arjona" userId="7aff4e53-4417-494c-9d83-46b48e18129d" providerId="ADAL" clId="{E5806C65-2111-4023-B7EE-B922679F2DF0}" dt="2024-03-15T12:46:30.429" v="693" actId="478"/>
          <ac:spMkLst>
            <pc:docMk/>
            <pc:sldMk cId="4011129340" sldId="298"/>
            <ac:spMk id="14" creationId="{79E415C0-511B-081E-8AEB-5E4CFB28FD55}"/>
          </ac:spMkLst>
        </pc:spChg>
        <pc:spChg chg="add del mod">
          <ac:chgData name="Raúl Vinuesa Arjona" userId="7aff4e53-4417-494c-9d83-46b48e18129d" providerId="ADAL" clId="{E5806C65-2111-4023-B7EE-B922679F2DF0}" dt="2024-03-15T12:46:36.022" v="694" actId="478"/>
          <ac:spMkLst>
            <pc:docMk/>
            <pc:sldMk cId="4011129340" sldId="298"/>
            <ac:spMk id="18" creationId="{8593FB17-586E-2553-4A28-0DAF08CE252A}"/>
          </ac:spMkLst>
        </pc:spChg>
        <pc:spChg chg="add del mod">
          <ac:chgData name="Raúl Vinuesa Arjona" userId="7aff4e53-4417-494c-9d83-46b48e18129d" providerId="ADAL" clId="{E5806C65-2111-4023-B7EE-B922679F2DF0}" dt="2024-03-15T13:28:13.308" v="1355" actId="478"/>
          <ac:spMkLst>
            <pc:docMk/>
            <pc:sldMk cId="4011129340" sldId="298"/>
            <ac:spMk id="20" creationId="{CBFA8097-82DD-72CC-8710-F524BA582896}"/>
          </ac:spMkLst>
        </pc:spChg>
      </pc:sldChg>
      <pc:sldChg chg="addSp delSp modSp mod ord">
        <pc:chgData name="Raúl Vinuesa Arjona" userId="7aff4e53-4417-494c-9d83-46b48e18129d" providerId="ADAL" clId="{E5806C65-2111-4023-B7EE-B922679F2DF0}" dt="2024-03-15T13:21:44.403" v="1218" actId="14100"/>
        <pc:sldMkLst>
          <pc:docMk/>
          <pc:sldMk cId="1678961178" sldId="299"/>
        </pc:sldMkLst>
        <pc:spChg chg="mod">
          <ac:chgData name="Raúl Vinuesa Arjona" userId="7aff4e53-4417-494c-9d83-46b48e18129d" providerId="ADAL" clId="{E5806C65-2111-4023-B7EE-B922679F2DF0}" dt="2024-03-15T13:21:19.483" v="1214" actId="14100"/>
          <ac:spMkLst>
            <pc:docMk/>
            <pc:sldMk cId="1678961178" sldId="299"/>
            <ac:spMk id="3" creationId="{06ABDF2A-8CA7-9CAC-AABE-39F891676E3E}"/>
          </ac:spMkLst>
        </pc:spChg>
        <pc:spChg chg="del">
          <ac:chgData name="Raúl Vinuesa Arjona" userId="7aff4e53-4417-494c-9d83-46b48e18129d" providerId="ADAL" clId="{E5806C65-2111-4023-B7EE-B922679F2DF0}" dt="2024-03-15T12:31:50.077" v="298" actId="478"/>
          <ac:spMkLst>
            <pc:docMk/>
            <pc:sldMk cId="1678961178" sldId="299"/>
            <ac:spMk id="4" creationId="{CC9A9E1B-C2BE-23C2-8685-DFF863F19676}"/>
          </ac:spMkLst>
        </pc:spChg>
        <pc:spChg chg="mod">
          <ac:chgData name="Raúl Vinuesa Arjona" userId="7aff4e53-4417-494c-9d83-46b48e18129d" providerId="ADAL" clId="{E5806C65-2111-4023-B7EE-B922679F2DF0}" dt="2024-03-15T12:40:06.693" v="369" actId="20577"/>
          <ac:spMkLst>
            <pc:docMk/>
            <pc:sldMk cId="1678961178" sldId="299"/>
            <ac:spMk id="6" creationId="{636F43F7-6D50-A2BE-AF63-74DB6AD03B11}"/>
          </ac:spMkLst>
        </pc:spChg>
        <pc:spChg chg="mod">
          <ac:chgData name="Raúl Vinuesa Arjona" userId="7aff4e53-4417-494c-9d83-46b48e18129d" providerId="ADAL" clId="{E5806C65-2111-4023-B7EE-B922679F2DF0}" dt="2024-03-15T12:40:17.395" v="381" actId="20577"/>
          <ac:spMkLst>
            <pc:docMk/>
            <pc:sldMk cId="1678961178" sldId="299"/>
            <ac:spMk id="8" creationId="{67B3A552-9C50-5855-7E2E-215248DA224D}"/>
          </ac:spMkLst>
        </pc:spChg>
        <pc:spChg chg="mod">
          <ac:chgData name="Raúl Vinuesa Arjona" userId="7aff4e53-4417-494c-9d83-46b48e18129d" providerId="ADAL" clId="{E5806C65-2111-4023-B7EE-B922679F2DF0}" dt="2024-03-15T12:40:23.696" v="397" actId="20577"/>
          <ac:spMkLst>
            <pc:docMk/>
            <pc:sldMk cId="1678961178" sldId="299"/>
            <ac:spMk id="10" creationId="{4F389647-415A-5436-2592-54D03E7FB0BE}"/>
          </ac:spMkLst>
        </pc:spChg>
        <pc:spChg chg="add del mod">
          <ac:chgData name="Raúl Vinuesa Arjona" userId="7aff4e53-4417-494c-9d83-46b48e18129d" providerId="ADAL" clId="{E5806C65-2111-4023-B7EE-B922679F2DF0}" dt="2024-03-15T13:21:44.403" v="1218" actId="14100"/>
          <ac:spMkLst>
            <pc:docMk/>
            <pc:sldMk cId="1678961178" sldId="299"/>
            <ac:spMk id="17" creationId="{5E710EE0-4169-7AE7-E80B-C19DFD7092BB}"/>
          </ac:spMkLst>
        </pc:spChg>
        <pc:picChg chg="mod">
          <ac:chgData name="Raúl Vinuesa Arjona" userId="7aff4e53-4417-494c-9d83-46b48e18129d" providerId="ADAL" clId="{E5806C65-2111-4023-B7EE-B922679F2DF0}" dt="2024-03-15T12:40:28.545" v="398" actId="1076"/>
          <ac:picMkLst>
            <pc:docMk/>
            <pc:sldMk cId="1678961178" sldId="299"/>
            <ac:picMk id="18" creationId="{B08A44A2-89A5-3E3D-D88B-674339A46F25}"/>
          </ac:picMkLst>
        </pc:picChg>
      </pc:sldChg>
      <pc:sldChg chg="del">
        <pc:chgData name="Raúl Vinuesa Arjona" userId="7aff4e53-4417-494c-9d83-46b48e18129d" providerId="ADAL" clId="{E5806C65-2111-4023-B7EE-B922679F2DF0}" dt="2024-03-04T09:04:39.485" v="3" actId="47"/>
        <pc:sldMkLst>
          <pc:docMk/>
          <pc:sldMk cId="1887558836" sldId="300"/>
        </pc:sldMkLst>
      </pc:sldChg>
      <pc:sldChg chg="del">
        <pc:chgData name="Raúl Vinuesa Arjona" userId="7aff4e53-4417-494c-9d83-46b48e18129d" providerId="ADAL" clId="{E5806C65-2111-4023-B7EE-B922679F2DF0}" dt="2024-03-04T09:04:39.485" v="3" actId="47"/>
        <pc:sldMkLst>
          <pc:docMk/>
          <pc:sldMk cId="1828696536" sldId="302"/>
        </pc:sldMkLst>
      </pc:sldChg>
      <pc:sldChg chg="del">
        <pc:chgData name="Raúl Vinuesa Arjona" userId="7aff4e53-4417-494c-9d83-46b48e18129d" providerId="ADAL" clId="{E5806C65-2111-4023-B7EE-B922679F2DF0}" dt="2024-03-04T09:04:39.485" v="3" actId="47"/>
        <pc:sldMkLst>
          <pc:docMk/>
          <pc:sldMk cId="1015274401" sldId="303"/>
        </pc:sldMkLst>
      </pc:sldChg>
      <pc:sldChg chg="del">
        <pc:chgData name="Raúl Vinuesa Arjona" userId="7aff4e53-4417-494c-9d83-46b48e18129d" providerId="ADAL" clId="{E5806C65-2111-4023-B7EE-B922679F2DF0}" dt="2024-03-04T09:04:39.485" v="3" actId="47"/>
        <pc:sldMkLst>
          <pc:docMk/>
          <pc:sldMk cId="2075700815" sldId="304"/>
        </pc:sldMkLst>
      </pc:sldChg>
      <pc:sldChg chg="del">
        <pc:chgData name="Raúl Vinuesa Arjona" userId="7aff4e53-4417-494c-9d83-46b48e18129d" providerId="ADAL" clId="{E5806C65-2111-4023-B7EE-B922679F2DF0}" dt="2024-03-04T09:03:39.016" v="0" actId="47"/>
        <pc:sldMkLst>
          <pc:docMk/>
          <pc:sldMk cId="1512736113" sldId="307"/>
        </pc:sldMkLst>
      </pc:sldChg>
      <pc:sldChg chg="del">
        <pc:chgData name="Raúl Vinuesa Arjona" userId="7aff4e53-4417-494c-9d83-46b48e18129d" providerId="ADAL" clId="{E5806C65-2111-4023-B7EE-B922679F2DF0}" dt="2024-03-04T09:03:39.016" v="0" actId="47"/>
        <pc:sldMkLst>
          <pc:docMk/>
          <pc:sldMk cId="2635669982" sldId="308"/>
        </pc:sldMkLst>
      </pc:sldChg>
      <pc:sldChg chg="del">
        <pc:chgData name="Raúl Vinuesa Arjona" userId="7aff4e53-4417-494c-9d83-46b48e18129d" providerId="ADAL" clId="{E5806C65-2111-4023-B7EE-B922679F2DF0}" dt="2024-03-04T09:03:39.016" v="0" actId="47"/>
        <pc:sldMkLst>
          <pc:docMk/>
          <pc:sldMk cId="2886048227" sldId="309"/>
        </pc:sldMkLst>
      </pc:sldChg>
      <pc:sldChg chg="del">
        <pc:chgData name="Raúl Vinuesa Arjona" userId="7aff4e53-4417-494c-9d83-46b48e18129d" providerId="ADAL" clId="{E5806C65-2111-4023-B7EE-B922679F2DF0}" dt="2024-03-04T09:03:39.016" v="0" actId="47"/>
        <pc:sldMkLst>
          <pc:docMk/>
          <pc:sldMk cId="1920410228" sldId="310"/>
        </pc:sldMkLst>
      </pc:sldChg>
      <pc:sldChg chg="del">
        <pc:chgData name="Raúl Vinuesa Arjona" userId="7aff4e53-4417-494c-9d83-46b48e18129d" providerId="ADAL" clId="{E5806C65-2111-4023-B7EE-B922679F2DF0}" dt="2024-03-04T09:03:44.011" v="1" actId="47"/>
        <pc:sldMkLst>
          <pc:docMk/>
          <pc:sldMk cId="855780904" sldId="312"/>
        </pc:sldMkLst>
      </pc:sldChg>
      <pc:sldChg chg="del">
        <pc:chgData name="Raúl Vinuesa Arjona" userId="7aff4e53-4417-494c-9d83-46b48e18129d" providerId="ADAL" clId="{E5806C65-2111-4023-B7EE-B922679F2DF0}" dt="2024-03-04T09:03:44.011" v="1" actId="47"/>
        <pc:sldMkLst>
          <pc:docMk/>
          <pc:sldMk cId="48044883" sldId="314"/>
        </pc:sldMkLst>
      </pc:sldChg>
      <pc:sldChg chg="addSp modSp del mod">
        <pc:chgData name="Raúl Vinuesa Arjona" userId="7aff4e53-4417-494c-9d83-46b48e18129d" providerId="ADAL" clId="{E5806C65-2111-4023-B7EE-B922679F2DF0}" dt="2024-03-15T13:08:38.253" v="899" actId="47"/>
        <pc:sldMkLst>
          <pc:docMk/>
          <pc:sldMk cId="2594433570" sldId="315"/>
        </pc:sldMkLst>
        <pc:spChg chg="mod">
          <ac:chgData name="Raúl Vinuesa Arjona" userId="7aff4e53-4417-494c-9d83-46b48e18129d" providerId="ADAL" clId="{E5806C65-2111-4023-B7EE-B922679F2DF0}" dt="2024-03-04T11:07:38.733" v="250" actId="20577"/>
          <ac:spMkLst>
            <pc:docMk/>
            <pc:sldMk cId="2594433570" sldId="315"/>
            <ac:spMk id="2" creationId="{8A9E583F-59AC-D0FC-44B9-AC030D05973D}"/>
          </ac:spMkLst>
        </pc:spChg>
        <pc:spChg chg="add mod">
          <ac:chgData name="Raúl Vinuesa Arjona" userId="7aff4e53-4417-494c-9d83-46b48e18129d" providerId="ADAL" clId="{E5806C65-2111-4023-B7EE-B922679F2DF0}" dt="2024-03-04T11:08:03.906" v="253" actId="14100"/>
          <ac:spMkLst>
            <pc:docMk/>
            <pc:sldMk cId="2594433570" sldId="315"/>
            <ac:spMk id="4" creationId="{D4258ED7-FA38-5A0B-B2DF-354C070ED9BE}"/>
          </ac:spMkLst>
        </pc:spChg>
      </pc:sldChg>
      <pc:sldChg chg="modSp mod ord">
        <pc:chgData name="Raúl Vinuesa Arjona" userId="7aff4e53-4417-494c-9d83-46b48e18129d" providerId="ADAL" clId="{E5806C65-2111-4023-B7EE-B922679F2DF0}" dt="2024-03-15T13:09:06.901" v="910" actId="20577"/>
        <pc:sldMkLst>
          <pc:docMk/>
          <pc:sldMk cId="460089797" sldId="316"/>
        </pc:sldMkLst>
        <pc:spChg chg="mod">
          <ac:chgData name="Raúl Vinuesa Arjona" userId="7aff4e53-4417-494c-9d83-46b48e18129d" providerId="ADAL" clId="{E5806C65-2111-4023-B7EE-B922679F2DF0}" dt="2024-03-15T12:48:10.018" v="749" actId="20577"/>
          <ac:spMkLst>
            <pc:docMk/>
            <pc:sldMk cId="460089797" sldId="316"/>
            <ac:spMk id="2" creationId="{F7AAA63F-DBAE-3308-AF46-61E4F579B316}"/>
          </ac:spMkLst>
        </pc:spChg>
        <pc:spChg chg="mod">
          <ac:chgData name="Raúl Vinuesa Arjona" userId="7aff4e53-4417-494c-9d83-46b48e18129d" providerId="ADAL" clId="{E5806C65-2111-4023-B7EE-B922679F2DF0}" dt="2024-03-15T13:09:06.901" v="910" actId="20577"/>
          <ac:spMkLst>
            <pc:docMk/>
            <pc:sldMk cId="460089797" sldId="316"/>
            <ac:spMk id="3" creationId="{23987B86-027E-0466-7B86-679E4A8E72C7}"/>
          </ac:spMkLst>
        </pc:spChg>
        <pc:spChg chg="mod">
          <ac:chgData name="Raúl Vinuesa Arjona" userId="7aff4e53-4417-494c-9d83-46b48e18129d" providerId="ADAL" clId="{E5806C65-2111-4023-B7EE-B922679F2DF0}" dt="2024-03-15T12:49:12.948" v="794" actId="20577"/>
          <ac:spMkLst>
            <pc:docMk/>
            <pc:sldMk cId="460089797" sldId="316"/>
            <ac:spMk id="5" creationId="{109DB722-3E1E-D557-CE26-82DDC3013295}"/>
          </ac:spMkLst>
        </pc:spChg>
      </pc:sldChg>
      <pc:sldChg chg="addSp delSp modSp mod">
        <pc:chgData name="Raúl Vinuesa Arjona" userId="7aff4e53-4417-494c-9d83-46b48e18129d" providerId="ADAL" clId="{E5806C65-2111-4023-B7EE-B922679F2DF0}" dt="2024-03-15T13:13:19.526" v="940" actId="20577"/>
        <pc:sldMkLst>
          <pc:docMk/>
          <pc:sldMk cId="3461394766" sldId="317"/>
        </pc:sldMkLst>
        <pc:spChg chg="mod">
          <ac:chgData name="Raúl Vinuesa Arjona" userId="7aff4e53-4417-494c-9d83-46b48e18129d" providerId="ADAL" clId="{E5806C65-2111-4023-B7EE-B922679F2DF0}" dt="2024-03-15T13:12:52.334" v="927" actId="20577"/>
          <ac:spMkLst>
            <pc:docMk/>
            <pc:sldMk cId="3461394766" sldId="317"/>
            <ac:spMk id="2" creationId="{FA351E9F-1533-C22C-03FA-08F42FFA162C}"/>
          </ac:spMkLst>
        </pc:spChg>
        <pc:spChg chg="mod">
          <ac:chgData name="Raúl Vinuesa Arjona" userId="7aff4e53-4417-494c-9d83-46b48e18129d" providerId="ADAL" clId="{E5806C65-2111-4023-B7EE-B922679F2DF0}" dt="2024-03-15T13:03:01.786" v="877"/>
          <ac:spMkLst>
            <pc:docMk/>
            <pc:sldMk cId="3461394766" sldId="317"/>
            <ac:spMk id="3" creationId="{4A66EEEF-BAFA-F8EB-5C14-80B109A2ED61}"/>
          </ac:spMkLst>
        </pc:spChg>
        <pc:spChg chg="mod">
          <ac:chgData name="Raúl Vinuesa Arjona" userId="7aff4e53-4417-494c-9d83-46b48e18129d" providerId="ADAL" clId="{E5806C65-2111-4023-B7EE-B922679F2DF0}" dt="2024-03-15T13:13:19.526" v="940" actId="20577"/>
          <ac:spMkLst>
            <pc:docMk/>
            <pc:sldMk cId="3461394766" sldId="317"/>
            <ac:spMk id="4" creationId="{445808CF-E847-97EE-D8FC-39BEA471A2B0}"/>
          </ac:spMkLst>
        </pc:spChg>
        <pc:picChg chg="add del mod">
          <ac:chgData name="Raúl Vinuesa Arjona" userId="7aff4e53-4417-494c-9d83-46b48e18129d" providerId="ADAL" clId="{E5806C65-2111-4023-B7EE-B922679F2DF0}" dt="2024-03-15T13:12:16.113" v="916" actId="478"/>
          <ac:picMkLst>
            <pc:docMk/>
            <pc:sldMk cId="3461394766" sldId="317"/>
            <ac:picMk id="6" creationId="{AFBD5CE9-E1C7-8C16-3827-96AABCB36535}"/>
          </ac:picMkLst>
        </pc:picChg>
        <pc:picChg chg="add mod">
          <ac:chgData name="Raúl Vinuesa Arjona" userId="7aff4e53-4417-494c-9d83-46b48e18129d" providerId="ADAL" clId="{E5806C65-2111-4023-B7EE-B922679F2DF0}" dt="2024-03-15T13:12:48.519" v="926" actId="1076"/>
          <ac:picMkLst>
            <pc:docMk/>
            <pc:sldMk cId="3461394766" sldId="317"/>
            <ac:picMk id="8" creationId="{F1D55F0C-12E0-29D1-3A27-9E1682F56154}"/>
          </ac:picMkLst>
        </pc:picChg>
      </pc:sldChg>
      <pc:sldChg chg="del">
        <pc:chgData name="Raúl Vinuesa Arjona" userId="7aff4e53-4417-494c-9d83-46b48e18129d" providerId="ADAL" clId="{E5806C65-2111-4023-B7EE-B922679F2DF0}" dt="2024-03-15T12:28:17.913" v="257" actId="47"/>
        <pc:sldMkLst>
          <pc:docMk/>
          <pc:sldMk cId="4187635080" sldId="318"/>
        </pc:sldMkLst>
      </pc:sldChg>
      <pc:sldChg chg="addSp modSp mod">
        <pc:chgData name="Raúl Vinuesa Arjona" userId="7aff4e53-4417-494c-9d83-46b48e18129d" providerId="ADAL" clId="{E5806C65-2111-4023-B7EE-B922679F2DF0}" dt="2024-03-15T13:26:21.275" v="1347" actId="20577"/>
        <pc:sldMkLst>
          <pc:docMk/>
          <pc:sldMk cId="2443326041" sldId="319"/>
        </pc:sldMkLst>
        <pc:spChg chg="add mod">
          <ac:chgData name="Raúl Vinuesa Arjona" userId="7aff4e53-4417-494c-9d83-46b48e18129d" providerId="ADAL" clId="{E5806C65-2111-4023-B7EE-B922679F2DF0}" dt="2024-03-15T13:26:21.275" v="1347" actId="20577"/>
          <ac:spMkLst>
            <pc:docMk/>
            <pc:sldMk cId="2443326041" sldId="319"/>
            <ac:spMk id="2" creationId="{60072AE5-5CBF-CA96-D44B-06A7C309B510}"/>
          </ac:spMkLst>
        </pc:spChg>
      </pc:sldChg>
      <pc:sldChg chg="addSp modSp add mod ord">
        <pc:chgData name="Raúl Vinuesa Arjona" userId="7aff4e53-4417-494c-9d83-46b48e18129d" providerId="ADAL" clId="{E5806C65-2111-4023-B7EE-B922679F2DF0}" dt="2024-03-15T13:19:13.798" v="1112" actId="1076"/>
        <pc:sldMkLst>
          <pc:docMk/>
          <pc:sldMk cId="1178711283" sldId="320"/>
        </pc:sldMkLst>
        <pc:spChg chg="mod">
          <ac:chgData name="Raúl Vinuesa Arjona" userId="7aff4e53-4417-494c-9d83-46b48e18129d" providerId="ADAL" clId="{E5806C65-2111-4023-B7EE-B922679F2DF0}" dt="2024-03-15T13:13:36.772" v="951" actId="20577"/>
          <ac:spMkLst>
            <pc:docMk/>
            <pc:sldMk cId="1178711283" sldId="320"/>
            <ac:spMk id="2" creationId="{18F9E923-DA27-DCAD-2372-0BEABCF7C8D6}"/>
          </ac:spMkLst>
        </pc:spChg>
        <pc:spChg chg="mod">
          <ac:chgData name="Raúl Vinuesa Arjona" userId="7aff4e53-4417-494c-9d83-46b48e18129d" providerId="ADAL" clId="{E5806C65-2111-4023-B7EE-B922679F2DF0}" dt="2024-03-15T13:17:08.438" v="1107" actId="20577"/>
          <ac:spMkLst>
            <pc:docMk/>
            <pc:sldMk cId="1178711283" sldId="320"/>
            <ac:spMk id="3" creationId="{05692CA0-EEC9-3273-9D87-2E015C7C0ED3}"/>
          </ac:spMkLst>
        </pc:spChg>
        <pc:spChg chg="mod">
          <ac:chgData name="Raúl Vinuesa Arjona" userId="7aff4e53-4417-494c-9d83-46b48e18129d" providerId="ADAL" clId="{E5806C65-2111-4023-B7EE-B922679F2DF0}" dt="2024-03-15T13:14:21.364" v="977" actId="20577"/>
          <ac:spMkLst>
            <pc:docMk/>
            <pc:sldMk cId="1178711283" sldId="320"/>
            <ac:spMk id="5" creationId="{02491E1E-B003-009B-58C3-324F7184ED0C}"/>
          </ac:spMkLst>
        </pc:spChg>
        <pc:picChg chg="add mod">
          <ac:chgData name="Raúl Vinuesa Arjona" userId="7aff4e53-4417-494c-9d83-46b48e18129d" providerId="ADAL" clId="{E5806C65-2111-4023-B7EE-B922679F2DF0}" dt="2024-03-15T13:19:13.798" v="1112" actId="1076"/>
          <ac:picMkLst>
            <pc:docMk/>
            <pc:sldMk cId="1178711283" sldId="320"/>
            <ac:picMk id="6" creationId="{32B1FAA4-C875-AFAB-CCDC-21AF2A7CF472}"/>
          </ac:picMkLst>
        </pc:picChg>
      </pc:sldChg>
      <pc:sldChg chg="addSp delSp modSp add mod ord">
        <pc:chgData name="Raúl Vinuesa Arjona" userId="7aff4e53-4417-494c-9d83-46b48e18129d" providerId="ADAL" clId="{E5806C65-2111-4023-B7EE-B922679F2DF0}" dt="2024-03-15T13:29:12.247" v="1358" actId="1076"/>
        <pc:sldMkLst>
          <pc:docMk/>
          <pc:sldMk cId="4024094181" sldId="321"/>
        </pc:sldMkLst>
        <pc:spChg chg="del mod">
          <ac:chgData name="Raúl Vinuesa Arjona" userId="7aff4e53-4417-494c-9d83-46b48e18129d" providerId="ADAL" clId="{E5806C65-2111-4023-B7EE-B922679F2DF0}" dt="2024-03-15T13:22:39.366" v="1227" actId="478"/>
          <ac:spMkLst>
            <pc:docMk/>
            <pc:sldMk cId="4024094181" sldId="321"/>
            <ac:spMk id="2" creationId="{7AC6F5F7-C09C-56B1-6188-DA15338B66A0}"/>
          </ac:spMkLst>
        </pc:spChg>
        <pc:spChg chg="del mod">
          <ac:chgData name="Raúl Vinuesa Arjona" userId="7aff4e53-4417-494c-9d83-46b48e18129d" providerId="ADAL" clId="{E5806C65-2111-4023-B7EE-B922679F2DF0}" dt="2024-03-15T13:28:34.051" v="1356" actId="478"/>
          <ac:spMkLst>
            <pc:docMk/>
            <pc:sldMk cId="4024094181" sldId="321"/>
            <ac:spMk id="3" creationId="{EFFDE55A-C1DC-FFAF-C1E4-285A0A505036}"/>
          </ac:spMkLst>
        </pc:spChg>
        <pc:spChg chg="mod">
          <ac:chgData name="Raúl Vinuesa Arjona" userId="7aff4e53-4417-494c-9d83-46b48e18129d" providerId="ADAL" clId="{E5806C65-2111-4023-B7EE-B922679F2DF0}" dt="2024-03-15T13:29:12.247" v="1358" actId="1076"/>
          <ac:spMkLst>
            <pc:docMk/>
            <pc:sldMk cId="4024094181" sldId="321"/>
            <ac:spMk id="4" creationId="{2D61C295-EC0A-0129-964E-1AE203FA89F7}"/>
          </ac:spMkLst>
        </pc:spChg>
        <pc:spChg chg="add del mod">
          <ac:chgData name="Raúl Vinuesa Arjona" userId="7aff4e53-4417-494c-9d83-46b48e18129d" providerId="ADAL" clId="{E5806C65-2111-4023-B7EE-B922679F2DF0}" dt="2024-03-15T13:28:37.602" v="1357" actId="478"/>
          <ac:spMkLst>
            <pc:docMk/>
            <pc:sldMk cId="4024094181" sldId="321"/>
            <ac:spMk id="6" creationId="{F940B3ED-4ED1-8289-1A88-278D3247D8DB}"/>
          </ac:spMkLst>
        </pc:spChg>
        <pc:picChg chg="del">
          <ac:chgData name="Raúl Vinuesa Arjona" userId="7aff4e53-4417-494c-9d83-46b48e18129d" providerId="ADAL" clId="{E5806C65-2111-4023-B7EE-B922679F2DF0}" dt="2024-03-15T13:22:30.604" v="1225" actId="478"/>
          <ac:picMkLst>
            <pc:docMk/>
            <pc:sldMk cId="4024094181" sldId="321"/>
            <ac:picMk id="8" creationId="{8DF2FDF0-0CB5-7E83-9EE8-5C7337B8C948}"/>
          </ac:picMkLst>
        </pc:picChg>
      </pc:sldChg>
      <pc:sldChg chg="del">
        <pc:chgData name="Raúl Vinuesa Arjona" userId="7aff4e53-4417-494c-9d83-46b48e18129d" providerId="ADAL" clId="{E5806C65-2111-4023-B7EE-B922679F2DF0}" dt="2024-03-04T09:03:44.011" v="1" actId="47"/>
        <pc:sldMkLst>
          <pc:docMk/>
          <pc:sldMk cId="905795466" sldId="322"/>
        </pc:sldMkLst>
      </pc:sldChg>
      <pc:sldChg chg="addSp delSp modSp add del mod ord">
        <pc:chgData name="Raúl Vinuesa Arjona" userId="7aff4e53-4417-494c-9d83-46b48e18129d" providerId="ADAL" clId="{E5806C65-2111-4023-B7EE-B922679F2DF0}" dt="2024-03-15T13:32:58.718" v="1359" actId="47"/>
        <pc:sldMkLst>
          <pc:docMk/>
          <pc:sldMk cId="1577700355" sldId="322"/>
        </pc:sldMkLst>
        <pc:spChg chg="del">
          <ac:chgData name="Raúl Vinuesa Arjona" userId="7aff4e53-4417-494c-9d83-46b48e18129d" providerId="ADAL" clId="{E5806C65-2111-4023-B7EE-B922679F2DF0}" dt="2024-03-15T13:25:10.624" v="1302" actId="478"/>
          <ac:spMkLst>
            <pc:docMk/>
            <pc:sldMk cId="1577700355" sldId="322"/>
            <ac:spMk id="2" creationId="{CD7C4EB1-32C6-CAEC-9FC2-E1B16A5D5E54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3" creationId="{5CBF1BFB-9B83-B4BE-0B56-4D16A15D6C4C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4" creationId="{DE0BA3E7-2252-7D76-3567-96EAACC732AC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5" creationId="{AAE1271B-0AE8-0191-4371-FCBBD444F079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6" creationId="{E872F5E2-9D1A-32FA-71D5-DE69A972E403}"/>
          </ac:spMkLst>
        </pc:spChg>
        <pc:spChg chg="mod">
          <ac:chgData name="Raúl Vinuesa Arjona" userId="7aff4e53-4417-494c-9d83-46b48e18129d" providerId="ADAL" clId="{E5806C65-2111-4023-B7EE-B922679F2DF0}" dt="2024-03-15T13:24:38.536" v="1289" actId="20577"/>
          <ac:spMkLst>
            <pc:docMk/>
            <pc:sldMk cId="1577700355" sldId="322"/>
            <ac:spMk id="7" creationId="{26C565C9-E77E-9CF5-383E-F4D38BA647C8}"/>
          </ac:spMkLst>
        </pc:spChg>
        <pc:spChg chg="mod">
          <ac:chgData name="Raúl Vinuesa Arjona" userId="7aff4e53-4417-494c-9d83-46b48e18129d" providerId="ADAL" clId="{E5806C65-2111-4023-B7EE-B922679F2DF0}" dt="2024-03-15T13:25:39.004" v="1340" actId="1076"/>
          <ac:spMkLst>
            <pc:docMk/>
            <pc:sldMk cId="1577700355" sldId="322"/>
            <ac:spMk id="8" creationId="{116A9F02-3DB3-A9C5-DD8F-8D7050F68A50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9" creationId="{DD12C0C5-9CC6-F4D8-6EAA-8E052F924D9B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10" creationId="{0C7BC968-B0B9-CCB9-ED8E-CF70DA8EC348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11" creationId="{EE402B43-D176-6793-97EA-B92F56B3C355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12" creationId="{51096D8F-1209-8333-971F-0F419002DE43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13" creationId="{5DB9332C-78F0-34E1-16B3-AEDD9AB7EDD2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15" creationId="{9AA6A779-0E15-080C-F561-EF4707B40324}"/>
          </ac:spMkLst>
        </pc:spChg>
        <pc:spChg chg="del">
          <ac:chgData name="Raúl Vinuesa Arjona" userId="7aff4e53-4417-494c-9d83-46b48e18129d" providerId="ADAL" clId="{E5806C65-2111-4023-B7EE-B922679F2DF0}" dt="2024-03-15T13:24:46.797" v="1290" actId="478"/>
          <ac:spMkLst>
            <pc:docMk/>
            <pc:sldMk cId="1577700355" sldId="322"/>
            <ac:spMk id="16" creationId="{98633A2D-3825-5A1F-E147-C4F17914D430}"/>
          </ac:spMkLst>
        </pc:spChg>
        <pc:spChg chg="add del mod">
          <ac:chgData name="Raúl Vinuesa Arjona" userId="7aff4e53-4417-494c-9d83-46b48e18129d" providerId="ADAL" clId="{E5806C65-2111-4023-B7EE-B922679F2DF0}" dt="2024-03-15T13:24:58.964" v="1296" actId="478"/>
          <ac:spMkLst>
            <pc:docMk/>
            <pc:sldMk cId="1577700355" sldId="322"/>
            <ac:spMk id="17" creationId="{01C34D6E-4033-86E0-EC04-74366A2E6375}"/>
          </ac:spMkLst>
        </pc:spChg>
        <pc:spChg chg="add del mod">
          <ac:chgData name="Raúl Vinuesa Arjona" userId="7aff4e53-4417-494c-9d83-46b48e18129d" providerId="ADAL" clId="{E5806C65-2111-4023-B7EE-B922679F2DF0}" dt="2024-03-15T13:25:02.587" v="1298" actId="478"/>
          <ac:spMkLst>
            <pc:docMk/>
            <pc:sldMk cId="1577700355" sldId="322"/>
            <ac:spMk id="19" creationId="{768BADD5-5D73-F3B0-6A11-A1DD2E3299D9}"/>
          </ac:spMkLst>
        </pc:spChg>
        <pc:spChg chg="add del mod">
          <ac:chgData name="Raúl Vinuesa Arjona" userId="7aff4e53-4417-494c-9d83-46b48e18129d" providerId="ADAL" clId="{E5806C65-2111-4023-B7EE-B922679F2DF0}" dt="2024-03-15T13:24:55.533" v="1294" actId="478"/>
          <ac:spMkLst>
            <pc:docMk/>
            <pc:sldMk cId="1577700355" sldId="322"/>
            <ac:spMk id="21" creationId="{1B4A3FC6-599E-4193-3CA9-ABC40F482688}"/>
          </ac:spMkLst>
        </pc:spChg>
        <pc:spChg chg="add del mod">
          <ac:chgData name="Raúl Vinuesa Arjona" userId="7aff4e53-4417-494c-9d83-46b48e18129d" providerId="ADAL" clId="{E5806C65-2111-4023-B7EE-B922679F2DF0}" dt="2024-03-15T13:24:57.588" v="1295" actId="478"/>
          <ac:spMkLst>
            <pc:docMk/>
            <pc:sldMk cId="1577700355" sldId="322"/>
            <ac:spMk id="23" creationId="{3353E825-BFA6-390B-3ED9-ACEC0165A088}"/>
          </ac:spMkLst>
        </pc:spChg>
        <pc:spChg chg="add del mod">
          <ac:chgData name="Raúl Vinuesa Arjona" userId="7aff4e53-4417-494c-9d83-46b48e18129d" providerId="ADAL" clId="{E5806C65-2111-4023-B7EE-B922679F2DF0}" dt="2024-03-15T13:25:00.952" v="1297" actId="478"/>
          <ac:spMkLst>
            <pc:docMk/>
            <pc:sldMk cId="1577700355" sldId="322"/>
            <ac:spMk id="25" creationId="{601C6FD2-E7A9-A72D-98EC-84F174BA81B0}"/>
          </ac:spMkLst>
        </pc:spChg>
        <pc:spChg chg="add del mod">
          <ac:chgData name="Raúl Vinuesa Arjona" userId="7aff4e53-4417-494c-9d83-46b48e18129d" providerId="ADAL" clId="{E5806C65-2111-4023-B7EE-B922679F2DF0}" dt="2024-03-15T13:24:52.676" v="1293" actId="478"/>
          <ac:spMkLst>
            <pc:docMk/>
            <pc:sldMk cId="1577700355" sldId="322"/>
            <ac:spMk id="27" creationId="{46F0EB44-F3FF-78C0-31C4-E6A125B44645}"/>
          </ac:spMkLst>
        </pc:spChg>
        <pc:spChg chg="add del mod">
          <ac:chgData name="Raúl Vinuesa Arjona" userId="7aff4e53-4417-494c-9d83-46b48e18129d" providerId="ADAL" clId="{E5806C65-2111-4023-B7EE-B922679F2DF0}" dt="2024-03-15T13:25:04.109" v="1299" actId="478"/>
          <ac:spMkLst>
            <pc:docMk/>
            <pc:sldMk cId="1577700355" sldId="322"/>
            <ac:spMk id="29" creationId="{B594BC35-9500-755B-C59C-3CE02080AAC5}"/>
          </ac:spMkLst>
        </pc:spChg>
        <pc:spChg chg="add del mod">
          <ac:chgData name="Raúl Vinuesa Arjona" userId="7aff4e53-4417-494c-9d83-46b48e18129d" providerId="ADAL" clId="{E5806C65-2111-4023-B7EE-B922679F2DF0}" dt="2024-03-15T13:25:05.491" v="1300" actId="478"/>
          <ac:spMkLst>
            <pc:docMk/>
            <pc:sldMk cId="1577700355" sldId="322"/>
            <ac:spMk id="31" creationId="{2C359D3C-EAEF-43D6-71A0-6B8C674B5149}"/>
          </ac:spMkLst>
        </pc:spChg>
        <pc:spChg chg="add del mod">
          <ac:chgData name="Raúl Vinuesa Arjona" userId="7aff4e53-4417-494c-9d83-46b48e18129d" providerId="ADAL" clId="{E5806C65-2111-4023-B7EE-B922679F2DF0}" dt="2024-03-15T13:24:48.874" v="1291" actId="478"/>
          <ac:spMkLst>
            <pc:docMk/>
            <pc:sldMk cId="1577700355" sldId="322"/>
            <ac:spMk id="33" creationId="{3E11E73B-D219-A85E-BCF4-E775F9BE74D3}"/>
          </ac:spMkLst>
        </pc:spChg>
        <pc:spChg chg="add del mod">
          <ac:chgData name="Raúl Vinuesa Arjona" userId="7aff4e53-4417-494c-9d83-46b48e18129d" providerId="ADAL" clId="{E5806C65-2111-4023-B7EE-B922679F2DF0}" dt="2024-03-15T13:25:08.426" v="1301" actId="478"/>
          <ac:spMkLst>
            <pc:docMk/>
            <pc:sldMk cId="1577700355" sldId="322"/>
            <ac:spMk id="35" creationId="{1A818C30-B96B-DEC2-4D25-ACB768CBE2A4}"/>
          </ac:spMkLst>
        </pc:spChg>
        <pc:spChg chg="add del mod">
          <ac:chgData name="Raúl Vinuesa Arjona" userId="7aff4e53-4417-494c-9d83-46b48e18129d" providerId="ADAL" clId="{E5806C65-2111-4023-B7EE-B922679F2DF0}" dt="2024-03-15T13:24:50.287" v="1292" actId="478"/>
          <ac:spMkLst>
            <pc:docMk/>
            <pc:sldMk cId="1577700355" sldId="322"/>
            <ac:spMk id="37" creationId="{88CD7FD8-CFB8-A948-72A5-86A966575C33}"/>
          </ac:spMkLst>
        </pc:spChg>
        <pc:spChg chg="add del mod">
          <ac:chgData name="Raúl Vinuesa Arjona" userId="7aff4e53-4417-494c-9d83-46b48e18129d" providerId="ADAL" clId="{E5806C65-2111-4023-B7EE-B922679F2DF0}" dt="2024-03-15T13:25:14.267" v="1303" actId="478"/>
          <ac:spMkLst>
            <pc:docMk/>
            <pc:sldMk cId="1577700355" sldId="322"/>
            <ac:spMk id="39" creationId="{53D4BEA1-0370-E7A1-E970-CF3935B19A23}"/>
          </ac:spMkLst>
        </pc:spChg>
      </pc:sldChg>
      <pc:sldChg chg="del">
        <pc:chgData name="Raúl Vinuesa Arjona" userId="7aff4e53-4417-494c-9d83-46b48e18129d" providerId="ADAL" clId="{E5806C65-2111-4023-B7EE-B922679F2DF0}" dt="2024-03-04T09:03:44.011" v="1" actId="47"/>
        <pc:sldMkLst>
          <pc:docMk/>
          <pc:sldMk cId="1792128894" sldId="323"/>
        </pc:sldMkLst>
      </pc:sldChg>
      <pc:sldChg chg="del">
        <pc:chgData name="Raúl Vinuesa Arjona" userId="7aff4e53-4417-494c-9d83-46b48e18129d" providerId="ADAL" clId="{E5806C65-2111-4023-B7EE-B922679F2DF0}" dt="2024-03-04T09:03:44.011" v="1" actId="47"/>
        <pc:sldMkLst>
          <pc:docMk/>
          <pc:sldMk cId="2722065129" sldId="3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82E370-7CC8-4597-8DFF-95DCE69676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58176-68A8-4411-89C2-EA13050B1C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87A3A-3A46-423A-B615-D8CD489B6BAB}" type="datetimeFigureOut">
              <a:rPr lang="en-ZA" smtClean="0"/>
              <a:t>2024/03/21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4B0D4-4015-4276-8DB7-52A6E7E35B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33085-9199-49B6-801F-429C1CAB5F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BAE09-34E9-4392-B6D6-59063056993D}" type="slidenum">
              <a:rPr lang="en-ZA" smtClean="0"/>
              <a:t>‹Nº›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9323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F0EC178B-6532-D741-BB1D-C6F2E2FEBF52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AA759650-762C-9343-8990-0901C80FC79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3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59650-762C-9343-8990-0901C80FC79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2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svg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12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27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497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81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 userDrawn="1"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09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65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28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altLang="ja-JP"/>
              <a:t>Haga clic para modificar el estilo de título del patrón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4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altLang="ja-JP"/>
              <a:t>Haga clic para modificar el estilo de título del patrón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13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08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47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67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altLang="ja-JP"/>
              <a:t>Haga clic para modificar el estilo de título del patrón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49933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 userDrawn="1"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altLang="ja-JP"/>
              <a:t>Haga clic para modificar el estilo de título del patrón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0067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altLang="ja-JP"/>
              <a:t>Haga clic para modificar el estilo de título del patrón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s-ES" altLang="ja-JP"/>
              <a:t>Haga clic para modificar los estilos de texto del patrón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104591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184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5270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s-ES" altLang="ja-JP" noProof="0"/>
              <a:t>Haga clic en el icono para agregar una imagen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26870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01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97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324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 userDrawn="1"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 userDrawn="1"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 userDrawn="1"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34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 userDrawn="1"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 userDrawn="1"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 userDrawn="1"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14638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 userDrawn="1"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872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 userDrawn="1"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860451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1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46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54521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373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96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951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660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6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858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5514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75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 userDrawn="1"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47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08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18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67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41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4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08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71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26033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 userDrawn="1"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54201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4184213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109862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3927534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437721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284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45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558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 userDrawn="1"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 userDrawn="1"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 userDrawn="1"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6912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 userDrawn="1"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 userDrawn="1"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 userDrawn="1"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 userDrawn="1"/>
        </p:nvSpPr>
        <p:spPr>
          <a:xfrm>
            <a:off x="4213448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7176740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 userDrawn="1"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069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 userDrawn="1"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220328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94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02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078843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1252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4433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474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069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42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90040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1715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37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 userDrawn="1"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1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00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5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32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90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77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78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33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20085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 userDrawn="1"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4247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045864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106882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4191927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1386221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7465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5459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296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 userDrawn="1"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 userDrawn="1"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 userDrawn="1"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8482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 userDrawn="1"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 userDrawn="1"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 userDrawn="1"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 userDrawn="1"/>
        </p:nvSpPr>
        <p:spPr>
          <a:xfrm>
            <a:off x="4213448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29673381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 userDrawn="1"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67803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 userDrawn="1"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8641040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75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08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682845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2139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001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14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709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00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7465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0188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90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 userDrawn="1"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7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97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59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05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53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36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7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</a:t>
            </a:r>
            <a:r>
              <a:rPr lang="en-US" sz="700" b="0" dirty="0" err="1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Restrictedl</a:t>
            </a:r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6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3818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 userDrawn="1"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45815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818121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653649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586911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 dirty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1120879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3274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605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8905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 userDrawn="1"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 userDrawn="1"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 userDrawn="1"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8272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 userDrawn="1"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 userDrawn="1"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 userDrawn="1"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 userDrawn="1"/>
        </p:nvSpPr>
        <p:spPr>
          <a:xfrm>
            <a:off x="4213448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148001805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 userDrawn="1"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5421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 userDrawn="1"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0940456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48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68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258588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182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8982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3983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4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26" Type="http://schemas.openxmlformats.org/officeDocument/2006/relationships/slideLayout" Target="../slideLayouts/slideLayout90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9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93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96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2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95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Relationship Id="rId27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4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72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14.xml"/><Relationship Id="rId26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99.xml"/><Relationship Id="rId21" Type="http://schemas.openxmlformats.org/officeDocument/2006/relationships/slideLayout" Target="../slideLayouts/slideLayout117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slideLayout" Target="../slideLayouts/slideLayout113.xml"/><Relationship Id="rId25" Type="http://schemas.openxmlformats.org/officeDocument/2006/relationships/slideLayout" Target="../slideLayouts/slideLayout121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20" Type="http://schemas.openxmlformats.org/officeDocument/2006/relationships/slideLayout" Target="../slideLayouts/slideLayout116.xml"/><Relationship Id="rId29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24" Type="http://schemas.openxmlformats.org/officeDocument/2006/relationships/slideLayout" Target="../slideLayouts/slideLayout120.xml"/><Relationship Id="rId32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23" Type="http://schemas.openxmlformats.org/officeDocument/2006/relationships/slideLayout" Target="../slideLayouts/slideLayout119.xml"/><Relationship Id="rId28" Type="http://schemas.openxmlformats.org/officeDocument/2006/relationships/slideLayout" Target="../slideLayouts/slideLayout124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106.xml"/><Relationship Id="rId19" Type="http://schemas.openxmlformats.org/officeDocument/2006/relationships/slideLayout" Target="../slideLayouts/slideLayout115.xml"/><Relationship Id="rId31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8.xml"/><Relationship Id="rId27" Type="http://schemas.openxmlformats.org/officeDocument/2006/relationships/slideLayout" Target="../slideLayouts/slideLayout123.xml"/><Relationship Id="rId30" Type="http://schemas.openxmlformats.org/officeDocument/2006/relationships/slideLayout" Target="../slideLayouts/slideLayout126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9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6" r:id="rId1"/>
    <p:sldLayoutId id="2147484227" r:id="rId2"/>
    <p:sldLayoutId id="2147484228" r:id="rId3"/>
    <p:sldLayoutId id="2147484229" r:id="rId4"/>
    <p:sldLayoutId id="2147484230" r:id="rId5"/>
    <p:sldLayoutId id="2147484231" r:id="rId6"/>
    <p:sldLayoutId id="2147484232" r:id="rId7"/>
    <p:sldLayoutId id="2147484233" r:id="rId8"/>
    <p:sldLayoutId id="2147484234" r:id="rId9"/>
    <p:sldLayoutId id="2147484235" r:id="rId10"/>
    <p:sldLayoutId id="2147484236" r:id="rId11"/>
    <p:sldLayoutId id="2147484237" r:id="rId12"/>
    <p:sldLayoutId id="2147484238" r:id="rId13"/>
    <p:sldLayoutId id="2147484239" r:id="rId14"/>
    <p:sldLayoutId id="2147484240" r:id="rId15"/>
    <p:sldLayoutId id="2147484241" r:id="rId16"/>
    <p:sldLayoutId id="2147484242" r:id="rId17"/>
    <p:sldLayoutId id="2147484243" r:id="rId18"/>
    <p:sldLayoutId id="2147484244" r:id="rId19"/>
    <p:sldLayoutId id="2147484245" r:id="rId20"/>
    <p:sldLayoutId id="2147484246" r:id="rId21"/>
    <p:sldLayoutId id="2147484247" r:id="rId22"/>
    <p:sldLayoutId id="2147484248" r:id="rId23"/>
    <p:sldLayoutId id="2147484249" r:id="rId24"/>
    <p:sldLayoutId id="2147484250" r:id="rId25"/>
    <p:sldLayoutId id="2147484251" r:id="rId26"/>
    <p:sldLayoutId id="2147484252" r:id="rId27"/>
    <p:sldLayoutId id="2147484253" r:id="rId28"/>
    <p:sldLayoutId id="2147484255" r:id="rId29"/>
    <p:sldLayoutId id="2147484256" r:id="rId30"/>
    <p:sldLayoutId id="2147484257" r:id="rId31"/>
    <p:sldLayoutId id="2147484258" r:id="rId32"/>
  </p:sldLayoutIdLst>
  <p:hf hdr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pos="2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7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0" r:id="rId1"/>
    <p:sldLayoutId id="2147484261" r:id="rId2"/>
    <p:sldLayoutId id="2147484262" r:id="rId3"/>
    <p:sldLayoutId id="2147484263" r:id="rId4"/>
    <p:sldLayoutId id="2147484264" r:id="rId5"/>
    <p:sldLayoutId id="2147484265" r:id="rId6"/>
    <p:sldLayoutId id="2147484266" r:id="rId7"/>
    <p:sldLayoutId id="2147484267" r:id="rId8"/>
    <p:sldLayoutId id="2147484268" r:id="rId9"/>
    <p:sldLayoutId id="2147484269" r:id="rId10"/>
    <p:sldLayoutId id="2147484270" r:id="rId11"/>
    <p:sldLayoutId id="2147484271" r:id="rId12"/>
    <p:sldLayoutId id="2147484272" r:id="rId13"/>
    <p:sldLayoutId id="2147484273" r:id="rId14"/>
    <p:sldLayoutId id="2147484274" r:id="rId15"/>
    <p:sldLayoutId id="2147484275" r:id="rId16"/>
    <p:sldLayoutId id="2147484276" r:id="rId17"/>
    <p:sldLayoutId id="2147484277" r:id="rId18"/>
    <p:sldLayoutId id="2147484278" r:id="rId19"/>
    <p:sldLayoutId id="2147484279" r:id="rId20"/>
    <p:sldLayoutId id="2147484280" r:id="rId21"/>
    <p:sldLayoutId id="2147484281" r:id="rId22"/>
    <p:sldLayoutId id="2147484282" r:id="rId23"/>
    <p:sldLayoutId id="2147484283" r:id="rId24"/>
    <p:sldLayoutId id="2147484284" r:id="rId25"/>
    <p:sldLayoutId id="2147484285" r:id="rId26"/>
    <p:sldLayoutId id="2147484286" r:id="rId27"/>
    <p:sldLayoutId id="2147484287" r:id="rId28"/>
    <p:sldLayoutId id="2147484288" r:id="rId29"/>
    <p:sldLayoutId id="2147484289" r:id="rId30"/>
    <p:sldLayoutId id="2147484290" r:id="rId31"/>
    <p:sldLayoutId id="2147484291" r:id="rId32"/>
  </p:sldLayoutIdLst>
  <p:hf hdr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pos="27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  <p:sldLayoutId id="2147484304" r:id="rId12"/>
    <p:sldLayoutId id="2147484305" r:id="rId13"/>
    <p:sldLayoutId id="2147484306" r:id="rId14"/>
    <p:sldLayoutId id="2147484307" r:id="rId15"/>
    <p:sldLayoutId id="2147484308" r:id="rId16"/>
    <p:sldLayoutId id="2147484309" r:id="rId17"/>
    <p:sldLayoutId id="2147484310" r:id="rId18"/>
    <p:sldLayoutId id="2147484311" r:id="rId19"/>
    <p:sldLayoutId id="2147484312" r:id="rId20"/>
    <p:sldLayoutId id="2147484313" r:id="rId21"/>
    <p:sldLayoutId id="2147484314" r:id="rId22"/>
    <p:sldLayoutId id="2147484315" r:id="rId23"/>
    <p:sldLayoutId id="2147484316" r:id="rId24"/>
    <p:sldLayoutId id="2147484317" r:id="rId25"/>
    <p:sldLayoutId id="2147484318" r:id="rId26"/>
    <p:sldLayoutId id="2147484319" r:id="rId27"/>
    <p:sldLayoutId id="2147484320" r:id="rId28"/>
    <p:sldLayoutId id="2147484321" r:id="rId29"/>
    <p:sldLayoutId id="2147484322" r:id="rId30"/>
    <p:sldLayoutId id="2147484323" r:id="rId31"/>
    <p:sldLayoutId id="2147484324" r:id="rId32"/>
  </p:sldLayoutIdLst>
  <p:hf hdr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pos="27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2024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‹Nº›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8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6" r:id="rId1"/>
    <p:sldLayoutId id="2147484327" r:id="rId2"/>
    <p:sldLayoutId id="2147484328" r:id="rId3"/>
    <p:sldLayoutId id="2147484329" r:id="rId4"/>
    <p:sldLayoutId id="2147484330" r:id="rId5"/>
    <p:sldLayoutId id="2147484331" r:id="rId6"/>
    <p:sldLayoutId id="2147484332" r:id="rId7"/>
    <p:sldLayoutId id="2147484333" r:id="rId8"/>
    <p:sldLayoutId id="2147484334" r:id="rId9"/>
    <p:sldLayoutId id="2147484335" r:id="rId10"/>
    <p:sldLayoutId id="2147484336" r:id="rId11"/>
    <p:sldLayoutId id="2147484337" r:id="rId12"/>
    <p:sldLayoutId id="2147484338" r:id="rId13"/>
    <p:sldLayoutId id="2147484339" r:id="rId14"/>
    <p:sldLayoutId id="2147484340" r:id="rId15"/>
    <p:sldLayoutId id="2147484341" r:id="rId16"/>
    <p:sldLayoutId id="2147484342" r:id="rId17"/>
    <p:sldLayoutId id="2147484343" r:id="rId18"/>
    <p:sldLayoutId id="2147484344" r:id="rId19"/>
    <p:sldLayoutId id="2147484345" r:id="rId20"/>
    <p:sldLayoutId id="2147484346" r:id="rId21"/>
    <p:sldLayoutId id="2147484347" r:id="rId22"/>
    <p:sldLayoutId id="2147484348" r:id="rId23"/>
    <p:sldLayoutId id="2147484349" r:id="rId24"/>
    <p:sldLayoutId id="2147484350" r:id="rId25"/>
    <p:sldLayoutId id="2147484351" r:id="rId26"/>
    <p:sldLayoutId id="2147484352" r:id="rId27"/>
    <p:sldLayoutId id="2147484353" r:id="rId28"/>
    <p:sldLayoutId id="2147484354" r:id="rId29"/>
    <p:sldLayoutId id="2147484355" r:id="rId30"/>
    <p:sldLayoutId id="2147484356" r:id="rId31"/>
    <p:sldLayoutId id="2147484357" r:id="rId32"/>
  </p:sldLayoutIdLst>
  <p:hf hdr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pos="2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Relationship Id="rId6" Type="http://schemas.microsoft.com/office/2007/relationships/hdphoto" Target="../media/hdphoto7.wdp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B7-E2E4-FAA3-EAFF-2E14B0ABA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39" y="4005064"/>
            <a:ext cx="9570901" cy="1527097"/>
          </a:xfrm>
          <a:prstGeom prst="rect">
            <a:avLst/>
          </a:prstGeom>
        </p:spPr>
        <p:txBody>
          <a:bodyPr/>
          <a:lstStyle/>
          <a:p>
            <a:r>
              <a:rPr lang="en-ZA" sz="5400" dirty="0" err="1"/>
              <a:t>Filtros</a:t>
            </a:r>
            <a:r>
              <a:rPr lang="en-ZA" sz="5400" dirty="0"/>
              <a:t> </a:t>
            </a:r>
            <a:r>
              <a:rPr lang="en-ZA" sz="5400" dirty="0" err="1"/>
              <a:t>dinámicos</a:t>
            </a:r>
            <a:r>
              <a:rPr lang="en-ZA" sz="5400" dirty="0"/>
              <a:t> de </a:t>
            </a:r>
            <a:r>
              <a:rPr lang="en-ZA" sz="5400" dirty="0" err="1"/>
              <a:t>última</a:t>
            </a:r>
            <a:r>
              <a:rPr lang="en-ZA" sz="5400" dirty="0"/>
              <a:t> </a:t>
            </a:r>
            <a:r>
              <a:rPr lang="en-ZA" sz="5400" dirty="0" err="1"/>
              <a:t>fecha</a:t>
            </a:r>
            <a:r>
              <a:rPr lang="en-ZA" sz="5400" dirty="0"/>
              <a:t> con Power BI</a:t>
            </a:r>
            <a:endParaRPr lang="en-US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50F8B-D75F-B6CB-E277-DCEFABE50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538" y="5661248"/>
            <a:ext cx="6795052" cy="547733"/>
          </a:xfrm>
          <a:prstGeom prst="rect">
            <a:avLst/>
          </a:prstGeom>
        </p:spPr>
        <p:txBody>
          <a:bodyPr/>
          <a:lstStyle/>
          <a:p>
            <a:r>
              <a:rPr lang="en-ZA" dirty="0" err="1"/>
              <a:t>Alternativas</a:t>
            </a:r>
            <a:r>
              <a:rPr lang="en-ZA" dirty="0"/>
              <a:t> con DAX y Power 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72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B08A44A2-89A5-3E3D-D88B-674339A46F25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>
          <a:blip r:embed="rId2"/>
          <a:srcRect l="17972" r="17972"/>
          <a:stretch/>
        </p:blipFill>
        <p:spPr>
          <a:xfrm>
            <a:off x="623392" y="737437"/>
            <a:ext cx="2227052" cy="408247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6ABDF2A-8CA7-9CAC-AABE-39F89167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3752" y="951707"/>
            <a:ext cx="3456384" cy="1466028"/>
          </a:xfrm>
        </p:spPr>
        <p:txBody>
          <a:bodyPr/>
          <a:lstStyle/>
          <a:p>
            <a:r>
              <a:rPr lang="en-US" dirty="0"/>
              <a:t>Raúl Vinuesa Arjona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742AB-7F00-B143-76E6-8B387759B3B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 sz="1300" dirty="0"/>
              <a:t>Subheading or paragraph Segoe UI Regular 13pt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6F43F7-6D50-A2BE-AF63-74DB6AD03B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dirty="0"/>
              <a:t>Logo </a:t>
            </a:r>
            <a:r>
              <a:rPr lang="en-US" sz="1800" dirty="0" err="1"/>
              <a:t>kabel</a:t>
            </a:r>
            <a:endParaRPr lang="en-US" sz="1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9E89A2-B130-AF24-13B2-4F8BD6E8C975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en-US" sz="1300" dirty="0"/>
              <a:t>Subheading or paragraph Segoe UI Regular 13pt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B3A552-9C50-5855-7E2E-215248DA224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n-US" sz="1800" dirty="0"/>
              <a:t>Logo </a:t>
            </a:r>
            <a:r>
              <a:rPr lang="en-US" sz="1800" dirty="0" err="1"/>
              <a:t>repsol</a:t>
            </a:r>
            <a:endParaRPr lang="en-US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983FD2-9858-CAF5-FFDA-B24FF2986D1C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en-US" sz="1300" dirty="0"/>
              <a:t>Subheading or paragraph Segoe UI Regular 13pt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389647-415A-5436-2592-54D03E7FB0B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en-US" sz="1800" dirty="0"/>
              <a:t>Origen </a:t>
            </a:r>
            <a:r>
              <a:rPr lang="en-US" sz="1800" dirty="0" err="1"/>
              <a:t>ALbacete</a:t>
            </a:r>
            <a:endParaRPr lang="en-US" sz="1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B27917-A457-CCBB-F9EC-70EBC272464F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250726-192E-9C2F-1357-AF322175E43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74BCBE-3B6D-4E78-C92B-67111A55330F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pic>
        <p:nvPicPr>
          <p:cNvPr id="15" name="Picture 14" descr="A picture containing icon&#10;&#10;Description automatically generated">
            <a:extLst>
              <a:ext uri="{FF2B5EF4-FFF2-40B4-BE49-F238E27FC236}">
                <a16:creationId xmlns:a16="http://schemas.microsoft.com/office/drawing/2014/main" id="{DBF361B6-113D-C3C0-DA87-29DC1E4E5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985984"/>
            <a:ext cx="7477769" cy="1349249"/>
          </a:xfrm>
          <a:prstGeom prst="rect">
            <a:avLst/>
          </a:prstGeom>
        </p:spPr>
      </p:pic>
      <p:pic>
        <p:nvPicPr>
          <p:cNvPr id="16" name="Picture 15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80D02441-2E2F-55A6-14F4-FF4449C89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56800"/>
            <a:ext cx="7473261" cy="2144501"/>
          </a:xfrm>
          <a:prstGeom prst="rect">
            <a:avLst/>
          </a:prstGeom>
        </p:spPr>
      </p:pic>
      <p:pic>
        <p:nvPicPr>
          <p:cNvPr id="2" name="Picture 1" descr="AvanadeLogoNoTM_AWColor_RGB.png">
            <a:extLst>
              <a:ext uri="{FF2B5EF4-FFF2-40B4-BE49-F238E27FC236}">
                <a16:creationId xmlns:a16="http://schemas.microsoft.com/office/drawing/2014/main" id="{D440626F-940E-0FD3-55E0-BCFA99D4379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51" y="6226983"/>
            <a:ext cx="1494933" cy="548639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5E710EE0-4169-7AE7-E80B-C19DFD7092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91744" y="2560774"/>
            <a:ext cx="3600400" cy="3797613"/>
          </a:xfrm>
        </p:spPr>
        <p:txBody>
          <a:bodyPr/>
          <a:lstStyle/>
          <a:p>
            <a:r>
              <a:rPr lang="es-ES" sz="2000" dirty="0" err="1"/>
              <a:t>Consultant</a:t>
            </a:r>
            <a:r>
              <a:rPr lang="es-ES" sz="2000" dirty="0"/>
              <a:t> Data </a:t>
            </a:r>
            <a:r>
              <a:rPr lang="es-ES" sz="2000" dirty="0" err="1"/>
              <a:t>Engineering</a:t>
            </a:r>
            <a:endParaRPr lang="es-ES" sz="2000" dirty="0"/>
          </a:p>
          <a:p>
            <a:br>
              <a:rPr lang="es-ES" sz="2000" dirty="0"/>
            </a:br>
            <a:r>
              <a:rPr lang="es-ES" sz="1800" dirty="0"/>
              <a:t>raul.vinuesa.arjona@avanade.com</a:t>
            </a:r>
          </a:p>
        </p:txBody>
      </p:sp>
    </p:spTree>
    <p:extLst>
      <p:ext uri="{BB962C8B-B14F-4D97-AF65-F5344CB8AC3E}">
        <p14:creationId xmlns:p14="http://schemas.microsoft.com/office/powerpoint/2010/main" val="167896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1E984C-C6EF-6599-52CC-1FFE194944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 err="1"/>
              <a:t>Filtros</a:t>
            </a:r>
            <a:r>
              <a:rPr lang="en-US" sz="2000" dirty="0"/>
              <a:t> </a:t>
            </a:r>
            <a:r>
              <a:rPr lang="en-US" sz="2000" dirty="0" err="1"/>
              <a:t>dinámicos</a:t>
            </a:r>
            <a:r>
              <a:rPr lang="en-US" sz="2000" dirty="0"/>
              <a:t> de </a:t>
            </a:r>
            <a:r>
              <a:rPr lang="en-US" sz="2000" dirty="0" err="1"/>
              <a:t>última</a:t>
            </a:r>
            <a:r>
              <a:rPr lang="en-US" sz="2000" dirty="0"/>
              <a:t> </a:t>
            </a:r>
            <a:r>
              <a:rPr lang="en-US" sz="2000" dirty="0" err="1"/>
              <a:t>fecha</a:t>
            </a:r>
            <a:r>
              <a:rPr lang="en-US" sz="2000" dirty="0"/>
              <a:t> con Power BI. </a:t>
            </a:r>
            <a:r>
              <a:rPr lang="en-US" sz="2000" dirty="0" err="1"/>
              <a:t>Alternativas</a:t>
            </a:r>
            <a:r>
              <a:rPr lang="en-US" sz="2000" dirty="0"/>
              <a:t> con DAX y Power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2B6B4-25EB-F3CF-A88C-110024FACC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69C6F-5B7A-D2D6-66BA-4A360A1A52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Filtros</a:t>
            </a:r>
            <a:r>
              <a:rPr lang="en-US" dirty="0"/>
              <a:t> de </a:t>
            </a: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selección</a:t>
            </a:r>
            <a:r>
              <a:rPr lang="en-US" dirty="0"/>
              <a:t> </a:t>
            </a:r>
            <a:r>
              <a:rPr lang="en-US" dirty="0" err="1"/>
              <a:t>única</a:t>
            </a:r>
            <a:endParaRPr lang="en-US" dirty="0"/>
          </a:p>
          <a:p>
            <a:r>
              <a:rPr lang="en-US" dirty="0"/>
              <a:t>no son </a:t>
            </a:r>
            <a:r>
              <a:rPr lang="en-US" dirty="0" err="1"/>
              <a:t>dinámicos</a:t>
            </a:r>
            <a:r>
              <a:rPr lang="en-US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1C7A8-9CF2-91D9-04F7-A7F249B60CD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 err="1"/>
              <a:t>Necesidad</a:t>
            </a:r>
            <a:r>
              <a:rPr lang="en-US" dirty="0"/>
              <a:t> del </a:t>
            </a:r>
            <a:r>
              <a:rPr lang="en-US" dirty="0" err="1"/>
              <a:t>cliente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EB5E1-3397-CCD3-5E28-37C446BC3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 err="1"/>
              <a:t>Filtrar</a:t>
            </a:r>
            <a:r>
              <a:rPr lang="en-US" dirty="0"/>
              <a:t> </a:t>
            </a:r>
            <a:r>
              <a:rPr lang="en-US" dirty="0" err="1"/>
              <a:t>últimos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disponibles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dinámica</a:t>
            </a:r>
            <a:r>
              <a:rPr lang="en-US" dirty="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EDE03F8-D4DC-4A01-5E82-24BED8F5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DC27C34-FC03-7F85-2E11-D85D3347DC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C9DC77-7C76-5DE0-CDF4-E53D06096F1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80A799C-818C-9879-270E-8B69957E6F0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propuesta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A995A3-71DA-4B3B-42C9-D6B77AD5907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 err="1"/>
              <a:t>Opción</a:t>
            </a:r>
            <a:r>
              <a:rPr lang="en-US" dirty="0"/>
              <a:t> DAX</a:t>
            </a:r>
            <a:br>
              <a:rPr lang="en-US" dirty="0"/>
            </a:br>
            <a:r>
              <a:rPr lang="en-US" dirty="0" err="1"/>
              <a:t>Opción</a:t>
            </a:r>
            <a:r>
              <a:rPr lang="en-US" dirty="0"/>
              <a:t> Power Query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29D73E0-76E3-3A6A-BD65-73571FBBEC1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69EFC1-DC37-7E76-C366-1CCB29A3339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A96106-E947-43E8-4BD9-4B0E552E54F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1112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A63F-DBAE-3308-AF46-61E4F579B31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ZA" dirty="0" err="1"/>
              <a:t>Problema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DB722-3E1E-D557-CE26-82DDC30132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dirty="0" err="1"/>
              <a:t>Limitaciones</a:t>
            </a:r>
            <a:r>
              <a:rPr lang="en-ZA" dirty="0"/>
              <a:t> </a:t>
            </a:r>
            <a:r>
              <a:rPr lang="en-ZA" dirty="0" err="1"/>
              <a:t>filtros</a:t>
            </a:r>
            <a:r>
              <a:rPr lang="en-ZA" dirty="0"/>
              <a:t> de </a:t>
            </a:r>
            <a:r>
              <a:rPr lang="en-ZA" dirty="0" err="1"/>
              <a:t>fecha</a:t>
            </a:r>
            <a:r>
              <a:rPr lang="en-ZA" dirty="0"/>
              <a:t> Power BI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7B86-027E-0466-7B86-679E4A8E72C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047324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Calibri" panose="020F0502020204030204" pitchFamily="34" charset="0"/>
              <a:buChar char="-"/>
            </a:pPr>
            <a:r>
              <a:rPr lang="es-E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Slicers</a:t>
            </a:r>
            <a:r>
              <a:rPr lang="es-E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fecha relativa: </a:t>
            </a:r>
            <a:r>
              <a:rPr lang="es-E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muestran el ultimo día, pero mi set de datos puede no tener datos de ayer (fines de semana, festivos, …). </a:t>
            </a:r>
            <a:r>
              <a:rPr lang="es-ES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deja ver días anteriores</a:t>
            </a:r>
          </a:p>
          <a:p>
            <a:pPr lvl="0"/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Calibri" panose="020F0502020204030204" pitchFamily="34" charset="0"/>
              <a:buChar char="-"/>
            </a:pPr>
            <a:r>
              <a:rPr lang="es-E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Slicers</a:t>
            </a:r>
            <a:r>
              <a:rPr lang="es-E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fecha de selección única: </a:t>
            </a:r>
            <a:r>
              <a:rPr lang="es-E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guardan el valor filtrado por el que el informe se subió al servicio de </a:t>
            </a:r>
            <a:r>
              <a:rPr lang="es-E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Power</a:t>
            </a:r>
            <a:r>
              <a:rPr lang="es-E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BI. No cambian con el paso de las actualizaciones diarias, es selección fija y </a:t>
            </a:r>
            <a:r>
              <a:rPr lang="es-ES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dinámica</a:t>
            </a:r>
          </a:p>
          <a:p>
            <a:pPr lvl="0"/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Calibri" panose="020F0502020204030204" pitchFamily="34" charset="0"/>
              <a:buChar char="-"/>
            </a:pPr>
            <a:r>
              <a:rPr lang="es-ES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Ejemplo: 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8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351E9F-1533-C22C-03FA-08F42FFA162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s-E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¿Cómo?</a:t>
            </a:r>
          </a:p>
          <a:p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Construcción de un </a:t>
            </a:r>
            <a:r>
              <a:rPr lang="es-E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slicer</a:t>
            </a: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fecha dinámica en </a:t>
            </a:r>
          </a:p>
          <a:p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 al último registro con datos.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5808CF-E847-97EE-D8FC-39BEA471A2B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ZA" dirty="0" err="1"/>
              <a:t>Necesidad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6EEEF-BAFA-F8EB-5C14-80B109A2ED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Filtrar</a:t>
            </a:r>
            <a:r>
              <a:rPr lang="en-US" dirty="0"/>
              <a:t> </a:t>
            </a:r>
            <a:r>
              <a:rPr lang="en-US" dirty="0" err="1"/>
              <a:t>últimos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disponibles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dinámica</a:t>
            </a:r>
            <a:r>
              <a:rPr lang="en-US" dirty="0"/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1D55F0C-12E0-29D1-3A27-9E1682F5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6" y="188640"/>
            <a:ext cx="3600400" cy="608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9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67528-A697-2086-CD5D-6DD14F1A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E923-DA27-DCAD-2372-0BEABCF7C8D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ZA" dirty="0" err="1"/>
              <a:t>Solución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91E1E-B003-009B-58C3-324F7184ED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Construcción de un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slicer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fecha de selección única dinámica en base al último registro con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92CA0-EEC9-3273-9D87-2E015C7C0E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047324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Calibri" panose="020F0502020204030204" pitchFamily="34" charset="0"/>
              <a:buChar char="-"/>
            </a:pPr>
            <a:r>
              <a:rPr lang="es-E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Opción DAX: </a:t>
            </a:r>
            <a:r>
              <a:rPr lang="es-E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columna calculada</a:t>
            </a:r>
            <a:endParaRPr lang="es-ES" sz="2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Calibri" panose="020F0502020204030204" pitchFamily="34" charset="0"/>
              <a:buChar char="-"/>
            </a:pPr>
            <a:r>
              <a:rPr lang="es-E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Opción </a:t>
            </a:r>
            <a:r>
              <a:rPr lang="es-E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Power</a:t>
            </a:r>
            <a:r>
              <a:rPr lang="es-E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Query</a:t>
            </a:r>
            <a:r>
              <a:rPr lang="es-E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E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función M</a:t>
            </a:r>
          </a:p>
          <a:p>
            <a:pPr marL="342900" lvl="0" indent="-342900">
              <a:buFont typeface="Calibri" panose="020F0502020204030204" pitchFamily="34" charset="0"/>
              <a:buChar char="-"/>
            </a:pPr>
            <a:endParaRPr lang="es-ES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Calibri" panose="020F0502020204030204" pitchFamily="34" charset="0"/>
              <a:buChar char="-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B1FAA4-C875-AFAB-CCDC-21AF2A7C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66" y="2714347"/>
            <a:ext cx="10416480" cy="292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11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A0D3-6D3D-5CA9-B902-5987C621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61C295-EC0A-0129-964E-1AE203FA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844" y="3125654"/>
            <a:ext cx="2808312" cy="60669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ZA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9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2AE5-5CBF-CA96-D44B-06A7C309B510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1200711" cy="987692"/>
          </a:xfrm>
          <a:prstGeom prst="rect">
            <a:avLst/>
          </a:prstGeom>
        </p:spPr>
        <p:txBody>
          <a:bodyPr/>
          <a:lstStyle>
            <a:lvl1pPr algn="l" defTabSz="1219170" rtl="0" eaLnBrk="1" latinLnBrk="0" hangingPunct="1">
              <a:lnSpc>
                <a:spcPct val="120000"/>
              </a:lnSpc>
              <a:spcBef>
                <a:spcPts val="267"/>
              </a:spcBef>
              <a:spcAft>
                <a:spcPts val="267"/>
              </a:spcAft>
              <a:buNone/>
              <a:defRPr sz="2667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</a:pPr>
            <a:r>
              <a:rPr lang="en-ZA" sz="4400" dirty="0"/>
              <a:t>¡Gracias!</a:t>
            </a:r>
            <a:br>
              <a:rPr lang="en-ZA" sz="4400" dirty="0"/>
            </a:br>
            <a:endParaRPr lang="en-ZA" sz="4400" dirty="0"/>
          </a:p>
          <a:p>
            <a:pPr algn="ctr" fontAlgn="auto">
              <a:lnSpc>
                <a:spcPct val="100000"/>
              </a:lnSpc>
            </a:pPr>
            <a:r>
              <a:rPr lang="en-ZA" sz="3600" dirty="0"/>
              <a:t>raul.vinuesa.arjona@avanade.com</a:t>
            </a:r>
          </a:p>
          <a:p>
            <a:pPr algn="ctr" fontAlgn="auto">
              <a:lnSpc>
                <a:spcPct val="100000"/>
              </a:lnSpc>
            </a:pPr>
            <a:endParaRPr lang="en-ZA" sz="4400" dirty="0"/>
          </a:p>
          <a:p>
            <a:pPr algn="ctr" fontAlgn="auto">
              <a:lnSpc>
                <a:spcPct val="100000"/>
              </a:lnSpc>
            </a:pPr>
            <a:endParaRPr lang="en-ZA" sz="4400" dirty="0"/>
          </a:p>
        </p:txBody>
      </p:sp>
    </p:spTree>
    <p:extLst>
      <p:ext uri="{BB962C8B-B14F-4D97-AF65-F5344CB8AC3E}">
        <p14:creationId xmlns:p14="http://schemas.microsoft.com/office/powerpoint/2010/main" val="2443326041"/>
      </p:ext>
    </p:extLst>
  </p:cSld>
  <p:clrMapOvr>
    <a:masterClrMapping/>
  </p:clrMapOvr>
</p:sld>
</file>

<file path=ppt/theme/theme1.xml><?xml version="1.0" encoding="utf-8"?>
<a:theme xmlns:a="http://schemas.openxmlformats.org/drawingml/2006/main" name="Unrestricted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F240B1B7-40EC-4E49-BED3-47EE325A089C}"/>
    </a:ext>
  </a:extLst>
</a:theme>
</file>

<file path=ppt/theme/theme2.xml><?xml version="1.0" encoding="utf-8"?>
<a:theme xmlns:a="http://schemas.openxmlformats.org/drawingml/2006/main" name="Confidential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11A3FBB2-F225-4C31-B3D6-111D64843683}"/>
    </a:ext>
  </a:extLst>
</a:theme>
</file>

<file path=ppt/theme/theme3.xml><?xml version="1.0" encoding="utf-8"?>
<a:theme xmlns:a="http://schemas.openxmlformats.org/drawingml/2006/main" name="Highly Confidential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E03917F3-FBE7-41D4-B80D-C8EB52F456EE}"/>
    </a:ext>
  </a:extLst>
</a:theme>
</file>

<file path=ppt/theme/theme4.xml><?xml version="1.0" encoding="utf-8"?>
<a:theme xmlns:a="http://schemas.openxmlformats.org/drawingml/2006/main" name="Restricted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105EFC40-D825-44F6-AB05-050EE23E99E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56c044-f2f6-4825-ae61-b726c90d87ff" xsi:nil="true"/>
    <lcf76f155ced4ddcb4097134ff3c332f xmlns="cc22e765-059d-4538-a770-90ed021d076b">
      <Terms xmlns="http://schemas.microsoft.com/office/infopath/2007/PartnerControls"/>
    </lcf76f155ced4ddcb4097134ff3c332f>
    <SharedWithUsers xmlns="b492d498-ca26-4a48-9077-d38364db9e65">
      <UserInfo>
        <DisplayName>Jodi Stiegelmeyer</DisplayName>
        <AccountId>9683</AccountId>
        <AccountType/>
      </UserInfo>
      <UserInfo>
        <DisplayName>Christine Little</DisplayName>
        <AccountId>31360</AccountId>
        <AccountType/>
      </UserInfo>
      <UserInfo>
        <DisplayName>Jules Brilla</DisplayName>
        <AccountId>33734</AccountId>
        <AccountType/>
      </UserInfo>
      <UserInfo>
        <DisplayName>Elizabeth Schroeder</DisplayName>
        <AccountId>11</AccountId>
        <AccountType/>
      </UserInfo>
      <UserInfo>
        <DisplayName>Courteney Malon</DisplayName>
        <AccountId>12</AccountId>
        <AccountType/>
      </UserInfo>
      <UserInfo>
        <DisplayName>Anna Fenton</DisplayName>
        <AccountId>42963</AccountId>
        <AccountType/>
      </UserInfo>
      <UserInfo>
        <DisplayName>Sierra Lewis</DisplayName>
        <AccountId>18309</AccountId>
        <AccountType/>
      </UserInfo>
      <UserInfo>
        <DisplayName>Kevin Edward Bassett</DisplayName>
        <AccountId>13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B7563FE1948D4AB0002891874683E0" ma:contentTypeVersion="13" ma:contentTypeDescription="Create a new document." ma:contentTypeScope="" ma:versionID="c8eccee1c87e9f478e156c8ad8e79745">
  <xsd:schema xmlns:xsd="http://www.w3.org/2001/XMLSchema" xmlns:xs="http://www.w3.org/2001/XMLSchema" xmlns:p="http://schemas.microsoft.com/office/2006/metadata/properties" xmlns:ns2="cc22e765-059d-4538-a770-90ed021d076b" xmlns:ns3="0e56c044-f2f6-4825-ae61-b726c90d87ff" xmlns:ns4="b492d498-ca26-4a48-9077-d38364db9e65" targetNamespace="http://schemas.microsoft.com/office/2006/metadata/properties" ma:root="true" ma:fieldsID="09647196dd831d51ff2838d74386d021" ns2:_="" ns3:_="" ns4:_="">
    <xsd:import namespace="cc22e765-059d-4538-a770-90ed021d076b"/>
    <xsd:import namespace="0e56c044-f2f6-4825-ae61-b726c90d87ff"/>
    <xsd:import namespace="b492d498-ca26-4a48-9077-d38364db9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4:SharedWithUsers" minOccurs="0"/>
                <xsd:element ref="ns4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22e765-059d-4538-a770-90ed021d07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1217ff2e-1616-4146-8372-4640400776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56c044-f2f6-4825-ae61-b726c90d87f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5db2c50-5635-45b6-a3bb-8803fa24dc4f}" ma:internalName="TaxCatchAll" ma:showField="CatchAllData" ma:web="b492d498-ca26-4a48-9077-d38364db9e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2d498-ca26-4a48-9077-d38364db9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323117-07A6-476D-9E00-15CFE4A64B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146DA5-CC6A-4FE7-BBEA-036A29C48607}">
  <ds:schemaRefs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b492d498-ca26-4a48-9077-d38364db9e65"/>
    <ds:schemaRef ds:uri="http://schemas.openxmlformats.org/package/2006/metadata/core-properties"/>
    <ds:schemaRef ds:uri="http://schemas.microsoft.com/office/2006/metadata/properties"/>
    <ds:schemaRef ds:uri="0e56c044-f2f6-4825-ae61-b726c90d87ff"/>
    <ds:schemaRef ds:uri="cc22e765-059d-4538-a770-90ed021d076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82C62CD-8F21-4399-AE8F-82E6A656F7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22e765-059d-4538-a770-90ed021d076b"/>
    <ds:schemaRef ds:uri="0e56c044-f2f6-4825-ae61-b726c90d87ff"/>
    <ds:schemaRef ds:uri="b492d498-ca26-4a48-9077-d38364db9e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 - Standard</Template>
  <TotalTime>206</TotalTime>
  <Words>263</Words>
  <Application>Microsoft Office PowerPoint</Application>
  <PresentationFormat>Panorámica</PresentationFormat>
  <Paragraphs>49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Arial</vt:lpstr>
      <vt:lpstr>Calibri</vt:lpstr>
      <vt:lpstr>Segoe UI</vt:lpstr>
      <vt:lpstr>Segoe UI Light</vt:lpstr>
      <vt:lpstr>Segoe UI Semibold</vt:lpstr>
      <vt:lpstr>Source Sans Pro</vt:lpstr>
      <vt:lpstr>Unrestricted</vt:lpstr>
      <vt:lpstr>Confidential</vt:lpstr>
      <vt:lpstr>Highly Confidential</vt:lpstr>
      <vt:lpstr>Restricted</vt:lpstr>
      <vt:lpstr>Filtros dinámicos de última fecha con Power BI</vt:lpstr>
      <vt:lpstr>Raúl Vinuesa Arjona</vt:lpstr>
      <vt:lpstr>Agenda</vt:lpstr>
      <vt:lpstr>Problema</vt:lpstr>
      <vt:lpstr>Necesidad</vt:lpstr>
      <vt:lpstr>Solución</vt:lpstr>
      <vt:lpstr>Demo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Labeling Rules and Classifications</dc:title>
  <dc:creator>vinuesa arjona, raul (ext)</dc:creator>
  <cp:lastModifiedBy>Raúl Vinuesa Arjona</cp:lastModifiedBy>
  <cp:revision>1</cp:revision>
  <dcterms:created xsi:type="dcterms:W3CDTF">2024-03-04T09:01:48Z</dcterms:created>
  <dcterms:modified xsi:type="dcterms:W3CDTF">2024-03-21T15:36:52Z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0x01010016B7563FE1948D4AB0002891874683E0</vt:lpwstr>
  </property>
  <property fmtid="{D5CDD505-2E9C-101B-9397-08002B2CF9AE}" pid="3" name="Documenttype">
    <vt:lpwstr/>
  </property>
  <property fmtid="{D5CDD505-2E9C-101B-9397-08002B2CF9AE}" pid="4" name="Usageclassification">
    <vt:lpwstr/>
  </property>
  <property fmtid="{D5CDD505-2E9C-101B-9397-08002B2CF9AE}" pid="5" name="Geographicalarea">
    <vt:lpwstr/>
  </property>
  <property fmtid="{D5CDD505-2E9C-101B-9397-08002B2CF9AE}" pid="6" name="Functionalareas">
    <vt:lpwstr/>
  </property>
  <property fmtid="{D5CDD505-2E9C-101B-9397-08002B2CF9AE}" pid="7" name="MSIP_Label_4637e5cc-ed1f-4ad6-a881-35c0f1c6f3d8_Enabled">
    <vt:lpwstr>true</vt:lpwstr>
  </property>
  <property fmtid="{D5CDD505-2E9C-101B-9397-08002B2CF9AE}" pid="8" name="MSIP_Label_4637e5cc-ed1f-4ad6-a881-35c0f1c6f3d8_SetDate">
    <vt:lpwstr>2022-08-19T06:34:22Z</vt:lpwstr>
  </property>
  <property fmtid="{D5CDD505-2E9C-101B-9397-08002B2CF9AE}" pid="9" name="MSIP_Label_4637e5cc-ed1f-4ad6-a881-35c0f1c6f3d8_Method">
    <vt:lpwstr>Standard</vt:lpwstr>
  </property>
  <property fmtid="{D5CDD505-2E9C-101B-9397-08002B2CF9AE}" pid="10" name="MSIP_Label_4637e5cc-ed1f-4ad6-a881-35c0f1c6f3d8_Name">
    <vt:lpwstr>General</vt:lpwstr>
  </property>
  <property fmtid="{D5CDD505-2E9C-101B-9397-08002B2CF9AE}" pid="11" name="MSIP_Label_4637e5cc-ed1f-4ad6-a881-35c0f1c6f3d8_SiteId">
    <vt:lpwstr>e3cf3c98-a978-465f-8254-9d541eeea73c</vt:lpwstr>
  </property>
  <property fmtid="{D5CDD505-2E9C-101B-9397-08002B2CF9AE}" pid="12" name="MSIP_Label_4637e5cc-ed1f-4ad6-a881-35c0f1c6f3d8_ActionId">
    <vt:lpwstr>08f1f1eb-1440-4f73-9176-cb1183dd65d1</vt:lpwstr>
  </property>
  <property fmtid="{D5CDD505-2E9C-101B-9397-08002B2CF9AE}" pid="13" name="MSIP_Label_4637e5cc-ed1f-4ad6-a881-35c0f1c6f3d8_ContentBits">
    <vt:lpwstr>0</vt:lpwstr>
  </property>
  <property fmtid="{D5CDD505-2E9C-101B-9397-08002B2CF9AE}" pid="14" name="MediaServiceImageTags">
    <vt:lpwstr/>
  </property>
</Properties>
</file>