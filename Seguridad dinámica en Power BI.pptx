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5"/>
  </p:notesMasterIdLst>
  <p:sldIdLst>
    <p:sldId id="256" r:id="rId2"/>
    <p:sldId id="285" r:id="rId3"/>
    <p:sldId id="274" r:id="rId4"/>
    <p:sldId id="275" r:id="rId5"/>
    <p:sldId id="276" r:id="rId6"/>
    <p:sldId id="277" r:id="rId7"/>
    <p:sldId id="284" r:id="rId8"/>
    <p:sldId id="280" r:id="rId9"/>
    <p:sldId id="281" r:id="rId10"/>
    <p:sldId id="282" r:id="rId11"/>
    <p:sldId id="283" r:id="rId12"/>
    <p:sldId id="278" r:id="rId13"/>
    <p:sldId id="279" r:id="rId14"/>
  </p:sldIdLst>
  <p:sldSz cx="18288000" cy="10287000"/>
  <p:notesSz cx="6858000" cy="9144000"/>
  <p:embeddedFontLst>
    <p:embeddedFont>
      <p:font typeface="Amoresa" charset="0"/>
      <p:regular r:id="rId16"/>
    </p:embeddedFont>
    <p:embeddedFont>
      <p:font typeface="Open Sans Bold" panose="020B0604020202020204" charset="0"/>
      <p:regular r:id="rId17"/>
      <p:bold r:id="rId18"/>
    </p:embeddedFont>
    <p:embeddedFont>
      <p:font typeface="Segoe UI Semibold" panose="020B0702040204020203" pitchFamily="34" charset="0"/>
      <p:bold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D8A9AA-D93C-409D-89E6-CDCA30BD3CC5}" v="70" dt="2025-12-12T14:04:57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138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úl Vinuesa Arjona" userId="bae2613c96c1f2f2" providerId="LiveId" clId="{DE473D92-D238-4412-B20C-491BD2EFD54C}"/>
    <pc:docChg chg="undo custSel addSld delSld modSld">
      <pc:chgData name="Raúl Vinuesa Arjona" userId="bae2613c96c1f2f2" providerId="LiveId" clId="{DE473D92-D238-4412-B20C-491BD2EFD54C}" dt="2025-12-12T14:04:57.234" v="980" actId="1076"/>
      <pc:docMkLst>
        <pc:docMk/>
      </pc:docMkLst>
      <pc:sldChg chg="del">
        <pc:chgData name="Raúl Vinuesa Arjona" userId="bae2613c96c1f2f2" providerId="LiveId" clId="{DE473D92-D238-4412-B20C-491BD2EFD54C}" dt="2025-12-12T08:12:39.529" v="955" actId="2696"/>
        <pc:sldMkLst>
          <pc:docMk/>
          <pc:sldMk cId="0" sldId="273"/>
        </pc:sldMkLst>
      </pc:sldChg>
      <pc:sldChg chg="addSp delSp modSp mod">
        <pc:chgData name="Raúl Vinuesa Arjona" userId="bae2613c96c1f2f2" providerId="LiveId" clId="{DE473D92-D238-4412-B20C-491BD2EFD54C}" dt="2025-12-08T08:11:33.278" v="483" actId="14100"/>
        <pc:sldMkLst>
          <pc:docMk/>
          <pc:sldMk cId="3013120339" sldId="274"/>
        </pc:sldMkLst>
        <pc:spChg chg="mod">
          <ac:chgData name="Raúl Vinuesa Arjona" userId="bae2613c96c1f2f2" providerId="LiveId" clId="{DE473D92-D238-4412-B20C-491BD2EFD54C}" dt="2025-12-08T07:59:51.549" v="2"/>
          <ac:spMkLst>
            <pc:docMk/>
            <pc:sldMk cId="3013120339" sldId="274"/>
            <ac:spMk id="2" creationId="{899FC04D-B366-BA72-B8CC-953524FD5768}"/>
          </ac:spMkLst>
        </pc:spChg>
        <pc:spChg chg="mod">
          <ac:chgData name="Raúl Vinuesa Arjona" userId="bae2613c96c1f2f2" providerId="LiveId" clId="{DE473D92-D238-4412-B20C-491BD2EFD54C}" dt="2025-12-08T08:11:33.278" v="483" actId="14100"/>
          <ac:spMkLst>
            <pc:docMk/>
            <pc:sldMk cId="3013120339" sldId="274"/>
            <ac:spMk id="3" creationId="{55773E76-8CDA-17E2-E088-BDF31172C205}"/>
          </ac:spMkLst>
        </pc:spChg>
      </pc:sldChg>
      <pc:sldChg chg="addSp modSp mod">
        <pc:chgData name="Raúl Vinuesa Arjona" userId="bae2613c96c1f2f2" providerId="LiveId" clId="{DE473D92-D238-4412-B20C-491BD2EFD54C}" dt="2025-12-12T08:13:13.073" v="969" actId="1076"/>
        <pc:sldMkLst>
          <pc:docMk/>
          <pc:sldMk cId="2658569004" sldId="275"/>
        </pc:sldMkLst>
        <pc:spChg chg="mod">
          <ac:chgData name="Raúl Vinuesa Arjona" userId="bae2613c96c1f2f2" providerId="LiveId" clId="{DE473D92-D238-4412-B20C-491BD2EFD54C}" dt="2025-12-08T08:17:16.485" v="596" actId="255"/>
          <ac:spMkLst>
            <pc:docMk/>
            <pc:sldMk cId="2658569004" sldId="275"/>
            <ac:spMk id="2" creationId="{33BBABBE-0EEA-EDF1-55DC-1FEC7C875113}"/>
          </ac:spMkLst>
        </pc:spChg>
        <pc:spChg chg="mod">
          <ac:chgData name="Raúl Vinuesa Arjona" userId="bae2613c96c1f2f2" providerId="LiveId" clId="{DE473D92-D238-4412-B20C-491BD2EFD54C}" dt="2025-12-12T08:13:13.073" v="969" actId="1076"/>
          <ac:spMkLst>
            <pc:docMk/>
            <pc:sldMk cId="2658569004" sldId="275"/>
            <ac:spMk id="3" creationId="{ABC66DA0-C44E-F476-A3EF-E247E43B7754}"/>
          </ac:spMkLst>
        </pc:spChg>
      </pc:sldChg>
      <pc:sldChg chg="addSp delSp modSp mod setBg">
        <pc:chgData name="Raúl Vinuesa Arjona" userId="bae2613c96c1f2f2" providerId="LiveId" clId="{DE473D92-D238-4412-B20C-491BD2EFD54C}" dt="2025-12-08T08:45:36.576" v="953" actId="1076"/>
        <pc:sldMkLst>
          <pc:docMk/>
          <pc:sldMk cId="4271733027" sldId="276"/>
        </pc:sldMkLst>
        <pc:spChg chg="mod">
          <ac:chgData name="Raúl Vinuesa Arjona" userId="bae2613c96c1f2f2" providerId="LiveId" clId="{DE473D92-D238-4412-B20C-491BD2EFD54C}" dt="2025-12-08T08:17:53.180" v="609" actId="255"/>
          <ac:spMkLst>
            <pc:docMk/>
            <pc:sldMk cId="4271733027" sldId="276"/>
            <ac:spMk id="2" creationId="{0612CC79-0DB5-FA76-907F-091FB8236E1B}"/>
          </ac:spMkLst>
        </pc:spChg>
        <pc:spChg chg="add mod">
          <ac:chgData name="Raúl Vinuesa Arjona" userId="bae2613c96c1f2f2" providerId="LiveId" clId="{DE473D92-D238-4412-B20C-491BD2EFD54C}" dt="2025-12-08T08:45:30.249" v="951" actId="255"/>
          <ac:spMkLst>
            <pc:docMk/>
            <pc:sldMk cId="4271733027" sldId="276"/>
            <ac:spMk id="9" creationId="{925D4F4E-4C21-458D-362F-A5D083532B6E}"/>
          </ac:spMkLst>
        </pc:spChg>
        <pc:picChg chg="add del mod">
          <ac:chgData name="Raúl Vinuesa Arjona" userId="bae2613c96c1f2f2" providerId="LiveId" clId="{DE473D92-D238-4412-B20C-491BD2EFD54C}" dt="2025-12-08T08:16:22.513" v="587" actId="1076"/>
          <ac:picMkLst>
            <pc:docMk/>
            <pc:sldMk cId="4271733027" sldId="276"/>
            <ac:picMk id="6" creationId="{1D57F20A-157B-CA09-BD36-8CAB31308E9C}"/>
          </ac:picMkLst>
        </pc:picChg>
        <pc:picChg chg="add mod">
          <ac:chgData name="Raúl Vinuesa Arjona" userId="bae2613c96c1f2f2" providerId="LiveId" clId="{DE473D92-D238-4412-B20C-491BD2EFD54C}" dt="2025-12-08T08:45:33.706" v="952" actId="1076"/>
          <ac:picMkLst>
            <pc:docMk/>
            <pc:sldMk cId="4271733027" sldId="276"/>
            <ac:picMk id="7" creationId="{E6FD1260-DF3C-D617-4636-0D2294C88D68}"/>
          </ac:picMkLst>
        </pc:picChg>
        <pc:picChg chg="add mod">
          <ac:chgData name="Raúl Vinuesa Arjona" userId="bae2613c96c1f2f2" providerId="LiveId" clId="{DE473D92-D238-4412-B20C-491BD2EFD54C}" dt="2025-12-08T08:45:36.576" v="953" actId="1076"/>
          <ac:picMkLst>
            <pc:docMk/>
            <pc:sldMk cId="4271733027" sldId="276"/>
            <ac:picMk id="8" creationId="{459DC535-7A64-1F7A-A820-5EEC8CF05A20}"/>
          </ac:picMkLst>
        </pc:picChg>
        <pc:picChg chg="add mod">
          <ac:chgData name="Raúl Vinuesa Arjona" userId="bae2613c96c1f2f2" providerId="LiveId" clId="{DE473D92-D238-4412-B20C-491BD2EFD54C}" dt="2025-12-08T08:16:01.204" v="584" actId="1076"/>
          <ac:picMkLst>
            <pc:docMk/>
            <pc:sldMk cId="4271733027" sldId="276"/>
            <ac:picMk id="12" creationId="{465E70DF-9FC9-D96D-698F-58B612976C3C}"/>
          </ac:picMkLst>
        </pc:picChg>
        <pc:picChg chg="add mod">
          <ac:chgData name="Raúl Vinuesa Arjona" userId="bae2613c96c1f2f2" providerId="LiveId" clId="{DE473D92-D238-4412-B20C-491BD2EFD54C}" dt="2025-12-08T08:16:08.464" v="586" actId="14100"/>
          <ac:picMkLst>
            <pc:docMk/>
            <pc:sldMk cId="4271733027" sldId="276"/>
            <ac:picMk id="13" creationId="{F6C01F4C-CD76-8DB4-73ED-81D6B9FA0E81}"/>
          </ac:picMkLst>
        </pc:picChg>
      </pc:sldChg>
      <pc:sldChg chg="addSp modSp mod">
        <pc:chgData name="Raúl Vinuesa Arjona" userId="bae2613c96c1f2f2" providerId="LiveId" clId="{DE473D92-D238-4412-B20C-491BD2EFD54C}" dt="2025-12-08T08:25:19.803" v="718" actId="255"/>
        <pc:sldMkLst>
          <pc:docMk/>
          <pc:sldMk cId="4161907079" sldId="277"/>
        </pc:sldMkLst>
        <pc:spChg chg="mod">
          <ac:chgData name="Raúl Vinuesa Arjona" userId="bae2613c96c1f2f2" providerId="LiveId" clId="{DE473D92-D238-4412-B20C-491BD2EFD54C}" dt="2025-12-08T08:17:35.738" v="608" actId="20577"/>
          <ac:spMkLst>
            <pc:docMk/>
            <pc:sldMk cId="4161907079" sldId="277"/>
            <ac:spMk id="2" creationId="{3885059E-36DC-A567-7486-055D5985E729}"/>
          </ac:spMkLst>
        </pc:spChg>
        <pc:spChg chg="mod">
          <ac:chgData name="Raúl Vinuesa Arjona" userId="bae2613c96c1f2f2" providerId="LiveId" clId="{DE473D92-D238-4412-B20C-491BD2EFD54C}" dt="2025-12-08T08:22:46.844" v="699" actId="255"/>
          <ac:spMkLst>
            <pc:docMk/>
            <pc:sldMk cId="4161907079" sldId="277"/>
            <ac:spMk id="3" creationId="{701250D8-DA30-FCA9-E79B-F449A36CE8CE}"/>
          </ac:spMkLst>
        </pc:spChg>
        <pc:spChg chg="add mod">
          <ac:chgData name="Raúl Vinuesa Arjona" userId="bae2613c96c1f2f2" providerId="LiveId" clId="{DE473D92-D238-4412-B20C-491BD2EFD54C}" dt="2025-12-08T08:25:19.803" v="718" actId="255"/>
          <ac:spMkLst>
            <pc:docMk/>
            <pc:sldMk cId="4161907079" sldId="277"/>
            <ac:spMk id="10" creationId="{6F26BCAA-4FB4-C51F-2844-868FBC8E6B05}"/>
          </ac:spMkLst>
        </pc:spChg>
        <pc:picChg chg="add mod">
          <ac:chgData name="Raúl Vinuesa Arjona" userId="bae2613c96c1f2f2" providerId="LiveId" clId="{DE473D92-D238-4412-B20C-491BD2EFD54C}" dt="2025-12-08T08:23:07.343" v="702" actId="14100"/>
          <ac:picMkLst>
            <pc:docMk/>
            <pc:sldMk cId="4161907079" sldId="277"/>
            <ac:picMk id="11" creationId="{6D36A1D1-81C2-3F27-FD64-3FFAC9255497}"/>
          </ac:picMkLst>
        </pc:picChg>
      </pc:sldChg>
      <pc:sldChg chg="addSp modSp mod">
        <pc:chgData name="Raúl Vinuesa Arjona" userId="bae2613c96c1f2f2" providerId="LiveId" clId="{DE473D92-D238-4412-B20C-491BD2EFD54C}" dt="2025-12-08T08:44:55.323" v="950" actId="113"/>
        <pc:sldMkLst>
          <pc:docMk/>
          <pc:sldMk cId="1918070795" sldId="278"/>
        </pc:sldMkLst>
        <pc:spChg chg="mod">
          <ac:chgData name="Raúl Vinuesa Arjona" userId="bae2613c96c1f2f2" providerId="LiveId" clId="{DE473D92-D238-4412-B20C-491BD2EFD54C}" dt="2025-12-08T08:38:35.953" v="870" actId="20577"/>
          <ac:spMkLst>
            <pc:docMk/>
            <pc:sldMk cId="1918070795" sldId="278"/>
            <ac:spMk id="2" creationId="{D644A54B-901B-9CC1-7E79-962DA9649B5F}"/>
          </ac:spMkLst>
        </pc:spChg>
        <pc:spChg chg="add mod">
          <ac:chgData name="Raúl Vinuesa Arjona" userId="bae2613c96c1f2f2" providerId="LiveId" clId="{DE473D92-D238-4412-B20C-491BD2EFD54C}" dt="2025-12-08T08:44:55.323" v="950" actId="113"/>
          <ac:spMkLst>
            <pc:docMk/>
            <pc:sldMk cId="1918070795" sldId="278"/>
            <ac:spMk id="3" creationId="{F63B5367-AEA3-E054-EF46-5DED33D25FA9}"/>
          </ac:spMkLst>
        </pc:spChg>
      </pc:sldChg>
      <pc:sldChg chg="addSp modSp add mod">
        <pc:chgData name="Raúl Vinuesa Arjona" userId="bae2613c96c1f2f2" providerId="LiveId" clId="{DE473D92-D238-4412-B20C-491BD2EFD54C}" dt="2025-12-08T08:29:31.885" v="742" actId="14100"/>
        <pc:sldMkLst>
          <pc:docMk/>
          <pc:sldMk cId="1429296852" sldId="280"/>
        </pc:sldMkLst>
        <pc:spChg chg="mod">
          <ac:chgData name="Raúl Vinuesa Arjona" userId="bae2613c96c1f2f2" providerId="LiveId" clId="{DE473D92-D238-4412-B20C-491BD2EFD54C}" dt="2025-12-08T08:19:54.404" v="633" actId="20577"/>
          <ac:spMkLst>
            <pc:docMk/>
            <pc:sldMk cId="1429296852" sldId="280"/>
            <ac:spMk id="2" creationId="{6DF384B1-1038-C731-B8A9-EB03A35AACA5}"/>
          </ac:spMkLst>
        </pc:spChg>
        <pc:spChg chg="mod">
          <ac:chgData name="Raúl Vinuesa Arjona" userId="bae2613c96c1f2f2" providerId="LiveId" clId="{DE473D92-D238-4412-B20C-491BD2EFD54C}" dt="2025-12-08T08:27:58.956" v="727" actId="27636"/>
          <ac:spMkLst>
            <pc:docMk/>
            <pc:sldMk cId="1429296852" sldId="280"/>
            <ac:spMk id="3" creationId="{5E513A0F-17FD-8BCB-1815-EED02E5503C5}"/>
          </ac:spMkLst>
        </pc:spChg>
        <pc:spChg chg="add mod">
          <ac:chgData name="Raúl Vinuesa Arjona" userId="bae2613c96c1f2f2" providerId="LiveId" clId="{DE473D92-D238-4412-B20C-491BD2EFD54C}" dt="2025-12-08T08:26:58.162" v="722" actId="2711"/>
          <ac:spMkLst>
            <pc:docMk/>
            <pc:sldMk cId="1429296852" sldId="280"/>
            <ac:spMk id="4" creationId="{FA2CC9D6-ABBA-0B38-D927-1002FE04A7E0}"/>
          </ac:spMkLst>
        </pc:spChg>
        <pc:spChg chg="add mod">
          <ac:chgData name="Raúl Vinuesa Arjona" userId="bae2613c96c1f2f2" providerId="LiveId" clId="{DE473D92-D238-4412-B20C-491BD2EFD54C}" dt="2025-12-08T08:29:17.857" v="739" actId="1076"/>
          <ac:spMkLst>
            <pc:docMk/>
            <pc:sldMk cId="1429296852" sldId="280"/>
            <ac:spMk id="7" creationId="{72859EE2-10CD-E6C2-A608-8455D86077E4}"/>
          </ac:spMkLst>
        </pc:spChg>
        <pc:picChg chg="add mod">
          <ac:chgData name="Raúl Vinuesa Arjona" userId="bae2613c96c1f2f2" providerId="LiveId" clId="{DE473D92-D238-4412-B20C-491BD2EFD54C}" dt="2025-12-08T08:28:34.586" v="732" actId="14100"/>
          <ac:picMkLst>
            <pc:docMk/>
            <pc:sldMk cId="1429296852" sldId="280"/>
            <ac:picMk id="6" creationId="{617DBF00-75A2-CE09-5EEE-3132371896CF}"/>
          </ac:picMkLst>
        </pc:picChg>
        <pc:picChg chg="add mod">
          <ac:chgData name="Raúl Vinuesa Arjona" userId="bae2613c96c1f2f2" providerId="LiveId" clId="{DE473D92-D238-4412-B20C-491BD2EFD54C}" dt="2025-12-08T08:29:31.885" v="742" actId="14100"/>
          <ac:picMkLst>
            <pc:docMk/>
            <pc:sldMk cId="1429296852" sldId="280"/>
            <ac:picMk id="8" creationId="{4D326EFC-B236-45B4-05C6-5CD7764294B3}"/>
          </ac:picMkLst>
        </pc:picChg>
        <pc:cxnChg chg="add mod">
          <ac:chgData name="Raúl Vinuesa Arjona" userId="bae2613c96c1f2f2" providerId="LiveId" clId="{DE473D92-D238-4412-B20C-491BD2EFD54C}" dt="2025-12-08T08:28:21.623" v="729" actId="1076"/>
          <ac:cxnSpMkLst>
            <pc:docMk/>
            <pc:sldMk cId="1429296852" sldId="280"/>
            <ac:cxnSpMk id="5" creationId="{A68EB4BD-1BD6-EF98-6A43-15231AD6A1BC}"/>
          </ac:cxnSpMkLst>
        </pc:cxnChg>
      </pc:sldChg>
      <pc:sldChg chg="addSp delSp modSp add mod">
        <pc:chgData name="Raúl Vinuesa Arjona" userId="bae2613c96c1f2f2" providerId="LiveId" clId="{DE473D92-D238-4412-B20C-491BD2EFD54C}" dt="2025-12-08T08:31:51.058" v="753" actId="1076"/>
        <pc:sldMkLst>
          <pc:docMk/>
          <pc:sldMk cId="3513908322" sldId="281"/>
        </pc:sldMkLst>
        <pc:spChg chg="mod">
          <ac:chgData name="Raúl Vinuesa Arjona" userId="bae2613c96c1f2f2" providerId="LiveId" clId="{DE473D92-D238-4412-B20C-491BD2EFD54C}" dt="2025-12-08T08:20:15.709" v="656" actId="20577"/>
          <ac:spMkLst>
            <pc:docMk/>
            <pc:sldMk cId="3513908322" sldId="281"/>
            <ac:spMk id="2" creationId="{172297FD-6B51-1D94-2620-4B42F8D5399C}"/>
          </ac:spMkLst>
        </pc:spChg>
        <pc:spChg chg="add mod">
          <ac:chgData name="Raúl Vinuesa Arjona" userId="bae2613c96c1f2f2" providerId="LiveId" clId="{DE473D92-D238-4412-B20C-491BD2EFD54C}" dt="2025-12-08T08:31:22.428" v="747" actId="1076"/>
          <ac:spMkLst>
            <pc:docMk/>
            <pc:sldMk cId="3513908322" sldId="281"/>
            <ac:spMk id="4" creationId="{E5FBA2FA-86C9-52AE-5CC2-92A2892A4E3B}"/>
          </ac:spMkLst>
        </pc:spChg>
        <pc:picChg chg="add mod">
          <ac:chgData name="Raúl Vinuesa Arjona" userId="bae2613c96c1f2f2" providerId="LiveId" clId="{DE473D92-D238-4412-B20C-491BD2EFD54C}" dt="2025-12-08T08:31:51.058" v="753" actId="1076"/>
          <ac:picMkLst>
            <pc:docMk/>
            <pc:sldMk cId="3513908322" sldId="281"/>
            <ac:picMk id="5" creationId="{980EB0A0-BF66-8CAE-C335-9DF13A25A59B}"/>
          </ac:picMkLst>
        </pc:picChg>
      </pc:sldChg>
      <pc:sldChg chg="addSp delSp modSp add mod">
        <pc:chgData name="Raúl Vinuesa Arjona" userId="bae2613c96c1f2f2" providerId="LiveId" clId="{DE473D92-D238-4412-B20C-491BD2EFD54C}" dt="2025-12-12T08:14:41.380" v="974" actId="1076"/>
        <pc:sldMkLst>
          <pc:docMk/>
          <pc:sldMk cId="853356144" sldId="282"/>
        </pc:sldMkLst>
        <pc:spChg chg="mod">
          <ac:chgData name="Raúl Vinuesa Arjona" userId="bae2613c96c1f2f2" providerId="LiveId" clId="{DE473D92-D238-4412-B20C-491BD2EFD54C}" dt="2025-12-08T08:20:34.052" v="680" actId="20577"/>
          <ac:spMkLst>
            <pc:docMk/>
            <pc:sldMk cId="853356144" sldId="282"/>
            <ac:spMk id="2" creationId="{77F3C524-FDB0-2803-4E28-BEBA766CA57D}"/>
          </ac:spMkLst>
        </pc:spChg>
        <pc:spChg chg="add mod">
          <ac:chgData name="Raúl Vinuesa Arjona" userId="bae2613c96c1f2f2" providerId="LiveId" clId="{DE473D92-D238-4412-B20C-491BD2EFD54C}" dt="2025-12-08T08:34:09.415" v="757" actId="255"/>
          <ac:spMkLst>
            <pc:docMk/>
            <pc:sldMk cId="853356144" sldId="282"/>
            <ac:spMk id="4" creationId="{471A5627-D428-8BB5-93BB-D9250878AF56}"/>
          </ac:spMkLst>
        </pc:spChg>
        <pc:spChg chg="add mod">
          <ac:chgData name="Raúl Vinuesa Arjona" userId="bae2613c96c1f2f2" providerId="LiveId" clId="{DE473D92-D238-4412-B20C-491BD2EFD54C}" dt="2025-12-12T08:14:37.111" v="973" actId="1076"/>
          <ac:spMkLst>
            <pc:docMk/>
            <pc:sldMk cId="853356144" sldId="282"/>
            <ac:spMk id="5" creationId="{A85399DE-F8BB-88B4-06AF-90E1D22B80BB}"/>
          </ac:spMkLst>
        </pc:spChg>
        <pc:spChg chg="add mod">
          <ac:chgData name="Raúl Vinuesa Arjona" userId="bae2613c96c1f2f2" providerId="LiveId" clId="{DE473D92-D238-4412-B20C-491BD2EFD54C}" dt="2025-12-12T08:14:41.380" v="974" actId="1076"/>
          <ac:spMkLst>
            <pc:docMk/>
            <pc:sldMk cId="853356144" sldId="282"/>
            <ac:spMk id="6" creationId="{57E7E130-11A6-8110-B361-EF30A8190BA6}"/>
          </ac:spMkLst>
        </pc:spChg>
        <pc:cxnChg chg="add mod">
          <ac:chgData name="Raúl Vinuesa Arjona" userId="bae2613c96c1f2f2" providerId="LiveId" clId="{DE473D92-D238-4412-B20C-491BD2EFD54C}" dt="2025-12-08T08:35:47.053" v="832" actId="1076"/>
          <ac:cxnSpMkLst>
            <pc:docMk/>
            <pc:sldMk cId="853356144" sldId="282"/>
            <ac:cxnSpMk id="7" creationId="{6103B79B-6AED-F05A-C15F-5EC40FAABB67}"/>
          </ac:cxnSpMkLst>
        </pc:cxnChg>
      </pc:sldChg>
      <pc:sldChg chg="delSp modSp add mod">
        <pc:chgData name="Raúl Vinuesa Arjona" userId="bae2613c96c1f2f2" providerId="LiveId" clId="{DE473D92-D238-4412-B20C-491BD2EFD54C}" dt="2025-12-08T08:38:06.798" v="840" actId="1076"/>
        <pc:sldMkLst>
          <pc:docMk/>
          <pc:sldMk cId="3298530015" sldId="283"/>
        </pc:sldMkLst>
        <pc:spChg chg="mod">
          <ac:chgData name="Raúl Vinuesa Arjona" userId="bae2613c96c1f2f2" providerId="LiveId" clId="{DE473D92-D238-4412-B20C-491BD2EFD54C}" dt="2025-12-08T08:38:06.798" v="840" actId="1076"/>
          <ac:spMkLst>
            <pc:docMk/>
            <pc:sldMk cId="3298530015" sldId="283"/>
            <ac:spMk id="2" creationId="{11F913A8-3361-234B-EE28-18805569F606}"/>
          </ac:spMkLst>
        </pc:spChg>
      </pc:sldChg>
      <pc:sldChg chg="addSp delSp modSp add mod">
        <pc:chgData name="Raúl Vinuesa Arjona" userId="bae2613c96c1f2f2" providerId="LiveId" clId="{DE473D92-D238-4412-B20C-491BD2EFD54C}" dt="2025-12-08T08:25:12.035" v="717" actId="255"/>
        <pc:sldMkLst>
          <pc:docMk/>
          <pc:sldMk cId="432074451" sldId="284"/>
        </pc:sldMkLst>
        <pc:spChg chg="mod">
          <ac:chgData name="Raúl Vinuesa Arjona" userId="bae2613c96c1f2f2" providerId="LiveId" clId="{DE473D92-D238-4412-B20C-491BD2EFD54C}" dt="2025-12-08T08:24:48.496" v="716" actId="113"/>
          <ac:spMkLst>
            <pc:docMk/>
            <pc:sldMk cId="432074451" sldId="284"/>
            <ac:spMk id="3" creationId="{87951DA5-3CBA-AB14-0B9F-06FBCC467F18}"/>
          </ac:spMkLst>
        </pc:spChg>
        <pc:spChg chg="mod">
          <ac:chgData name="Raúl Vinuesa Arjona" userId="bae2613c96c1f2f2" providerId="LiveId" clId="{DE473D92-D238-4412-B20C-491BD2EFD54C}" dt="2025-12-08T08:25:12.035" v="717" actId="255"/>
          <ac:spMkLst>
            <pc:docMk/>
            <pc:sldMk cId="432074451" sldId="284"/>
            <ac:spMk id="10" creationId="{87EF5789-A7DB-6DEA-BD35-BF06CF0BDD50}"/>
          </ac:spMkLst>
        </pc:spChg>
        <pc:cxnChg chg="add mod">
          <ac:chgData name="Raúl Vinuesa Arjona" userId="bae2613c96c1f2f2" providerId="LiveId" clId="{DE473D92-D238-4412-B20C-491BD2EFD54C}" dt="2025-12-08T08:24:31.957" v="715" actId="14100"/>
          <ac:cxnSpMkLst>
            <pc:docMk/>
            <pc:sldMk cId="432074451" sldId="284"/>
            <ac:cxnSpMk id="4" creationId="{BCC8EAEE-4A30-B4BD-5A5A-E258F95FCF4A}"/>
          </ac:cxnSpMkLst>
        </pc:cxnChg>
      </pc:sldChg>
      <pc:sldChg chg="addSp modSp add mod">
        <pc:chgData name="Raúl Vinuesa Arjona" userId="bae2613c96c1f2f2" providerId="LiveId" clId="{DE473D92-D238-4412-B20C-491BD2EFD54C}" dt="2025-12-12T14:04:57.234" v="980" actId="1076"/>
        <pc:sldMkLst>
          <pc:docMk/>
          <pc:sldMk cId="0" sldId="285"/>
        </pc:sldMkLst>
        <pc:picChg chg="mod">
          <ac:chgData name="Raúl Vinuesa Arjona" userId="bae2613c96c1f2f2" providerId="LiveId" clId="{DE473D92-D238-4412-B20C-491BD2EFD54C}" dt="2025-12-12T14:04:52.839" v="978" actId="1076"/>
          <ac:picMkLst>
            <pc:docMk/>
            <pc:sldMk cId="0" sldId="285"/>
            <ac:picMk id="3" creationId="{86B928FB-C47E-6020-DCD3-768A71D286D3}"/>
          </ac:picMkLst>
        </pc:picChg>
        <pc:picChg chg="mod">
          <ac:chgData name="Raúl Vinuesa Arjona" userId="bae2613c96c1f2f2" providerId="LiveId" clId="{DE473D92-D238-4412-B20C-491BD2EFD54C}" dt="2025-12-12T14:04:55.241" v="979" actId="1076"/>
          <ac:picMkLst>
            <pc:docMk/>
            <pc:sldMk cId="0" sldId="285"/>
            <ac:picMk id="4" creationId="{ABCFBE83-6F56-869D-0AF9-E3833CE64B6E}"/>
          </ac:picMkLst>
        </pc:picChg>
        <pc:picChg chg="add mod">
          <ac:chgData name="Raúl Vinuesa Arjona" userId="bae2613c96c1f2f2" providerId="LiveId" clId="{DE473D92-D238-4412-B20C-491BD2EFD54C}" dt="2025-12-12T14:04:57.234" v="980" actId="1076"/>
          <ac:picMkLst>
            <pc:docMk/>
            <pc:sldMk cId="0" sldId="285"/>
            <ac:picMk id="1026" creationId="{5BE9EE4A-45F7-C081-8543-164268F6CCF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7647C-77EE-4331-B48F-D2B003486ED5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CCCB7-B00C-4AFD-8F6E-378C24289B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4301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6878B-E871-74AA-FBB4-A747BA373A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t"/>
          <a:lstStyle>
            <a:lvl1pPr algn="l">
              <a:defRPr sz="6000" b="1"/>
            </a:lvl1pPr>
          </a:lstStyle>
          <a:p>
            <a:r>
              <a:rPr lang="es-ES" dirty="0"/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276CAA-F4AF-D34B-95A4-0B6D118371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del ponente</a:t>
            </a:r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B9C2435-D679-93EE-7D6B-C88B4C0B5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0" y="8801100"/>
            <a:ext cx="5334000" cy="110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61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39510-FE81-6BCA-9FAE-02E1AA4BF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6FA5F3-7E90-0E73-8429-ABB93B907F0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 dirty="0"/>
              <a:t>Introduce aquí tu agenda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73778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C03707-F5C7-A4CB-36C1-782C9D1D53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204787"/>
            <a:ext cx="15773400" cy="1433513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s-ES" dirty="0"/>
              <a:t>Speaker </a:t>
            </a:r>
            <a:r>
              <a:rPr lang="es-ES" dirty="0" err="1"/>
              <a:t>info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7C8E61-5D89-A46C-846F-5D48CE81B87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43000" y="2400300"/>
            <a:ext cx="8305800" cy="533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Descripción del speaker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5526AD54-3089-ADBC-F617-055D574EC2F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9601199" y="2400299"/>
            <a:ext cx="7432675" cy="53340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795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50DDD-4685-5975-457E-899DB8320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Explicación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63FB75-564B-5057-B8B3-CD95042D7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15773400" cy="652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13209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CLUS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74CD1-79A6-6520-C87F-CC8C41BC6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484048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228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39AFAE3-2D81-4674-03F0-861DEFA66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5351A0-92DA-110C-7EC1-CB926C0D7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2431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jpeg"/><Relationship Id="rId26" Type="http://schemas.openxmlformats.org/officeDocument/2006/relationships/image" Target="../media/image31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jpeg"/><Relationship Id="rId25" Type="http://schemas.openxmlformats.org/officeDocument/2006/relationships/image" Target="../media/image30.png"/><Relationship Id="rId2" Type="http://schemas.openxmlformats.org/officeDocument/2006/relationships/image" Target="../media/image7.png"/><Relationship Id="rId16" Type="http://schemas.openxmlformats.org/officeDocument/2006/relationships/image" Target="../media/image21.jpe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jpeg"/><Relationship Id="rId28" Type="http://schemas.openxmlformats.org/officeDocument/2006/relationships/image" Target="../media/image33.jpeg"/><Relationship Id="rId10" Type="http://schemas.openxmlformats.org/officeDocument/2006/relationships/image" Target="../media/image15.png"/><Relationship Id="rId19" Type="http://schemas.openxmlformats.org/officeDocument/2006/relationships/image" Target="../media/image24.jpe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Relationship Id="rId22" Type="http://schemas.openxmlformats.org/officeDocument/2006/relationships/image" Target="../media/image27.png"/><Relationship Id="rId27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jpe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5E9DFC98-7761-610D-C77E-F2D03C83E51E}"/>
              </a:ext>
            </a:extLst>
          </p:cNvPr>
          <p:cNvGrpSpPr/>
          <p:nvPr/>
        </p:nvGrpSpPr>
        <p:grpSpPr>
          <a:xfrm>
            <a:off x="0" y="0"/>
            <a:ext cx="18288000" cy="10234286"/>
            <a:chOff x="0" y="0"/>
            <a:chExt cx="18288000" cy="10234286"/>
          </a:xfrm>
        </p:grpSpPr>
        <p:sp>
          <p:nvSpPr>
            <p:cNvPr id="2" name="Freeform 2"/>
            <p:cNvSpPr/>
            <p:nvPr/>
          </p:nvSpPr>
          <p:spPr>
            <a:xfrm>
              <a:off x="1450932" y="0"/>
              <a:ext cx="1643929" cy="3109085"/>
            </a:xfrm>
            <a:custGeom>
              <a:avLst/>
              <a:gdLst/>
              <a:ahLst/>
              <a:cxnLst/>
              <a:rect l="l" t="t" r="r" b="b"/>
              <a:pathLst>
                <a:path w="1643929" h="3109085">
                  <a:moveTo>
                    <a:pt x="0" y="0"/>
                  </a:moveTo>
                  <a:lnTo>
                    <a:pt x="1643929" y="0"/>
                  </a:lnTo>
                  <a:lnTo>
                    <a:pt x="1643929" y="3109085"/>
                  </a:lnTo>
                  <a:lnTo>
                    <a:pt x="0" y="310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3" name="Freeform 3"/>
            <p:cNvSpPr/>
            <p:nvPr/>
          </p:nvSpPr>
          <p:spPr>
            <a:xfrm>
              <a:off x="15615371" y="0"/>
              <a:ext cx="1643929" cy="3109085"/>
            </a:xfrm>
            <a:custGeom>
              <a:avLst/>
              <a:gdLst/>
              <a:ahLst/>
              <a:cxnLst/>
              <a:rect l="l" t="t" r="r" b="b"/>
              <a:pathLst>
                <a:path w="1643929" h="3109085">
                  <a:moveTo>
                    <a:pt x="0" y="0"/>
                  </a:moveTo>
                  <a:lnTo>
                    <a:pt x="1643929" y="0"/>
                  </a:lnTo>
                  <a:lnTo>
                    <a:pt x="1643929" y="3109085"/>
                  </a:lnTo>
                  <a:lnTo>
                    <a:pt x="0" y="310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119486"/>
              <a:ext cx="4423410" cy="4114800"/>
            </a:xfrm>
            <a:custGeom>
              <a:avLst/>
              <a:gdLst/>
              <a:ahLst/>
              <a:cxnLst/>
              <a:rect l="l" t="t" r="r" b="b"/>
              <a:pathLst>
                <a:path w="4423410" h="4114800">
                  <a:moveTo>
                    <a:pt x="0" y="0"/>
                  </a:moveTo>
                  <a:lnTo>
                    <a:pt x="4423410" y="0"/>
                  </a:lnTo>
                  <a:lnTo>
                    <a:pt x="442341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reeform 5"/>
            <p:cNvSpPr/>
            <p:nvPr/>
          </p:nvSpPr>
          <p:spPr>
            <a:xfrm rot="-10800000">
              <a:off x="13864590" y="6119486"/>
              <a:ext cx="4423410" cy="4114800"/>
            </a:xfrm>
            <a:custGeom>
              <a:avLst/>
              <a:gdLst/>
              <a:ahLst/>
              <a:cxnLst/>
              <a:rect l="l" t="t" r="r" b="b"/>
              <a:pathLst>
                <a:path w="4423410" h="4114800">
                  <a:moveTo>
                    <a:pt x="0" y="0"/>
                  </a:moveTo>
                  <a:lnTo>
                    <a:pt x="4423410" y="0"/>
                  </a:lnTo>
                  <a:lnTo>
                    <a:pt x="442341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702608" y="0"/>
              <a:ext cx="2855660" cy="3419952"/>
            </a:xfrm>
            <a:custGeom>
              <a:avLst/>
              <a:gdLst/>
              <a:ahLst/>
              <a:cxnLst/>
              <a:rect l="l" t="t" r="r" b="b"/>
              <a:pathLst>
                <a:path w="2855660" h="3419952">
                  <a:moveTo>
                    <a:pt x="0" y="0"/>
                  </a:moveTo>
                  <a:lnTo>
                    <a:pt x="2855659" y="0"/>
                  </a:lnTo>
                  <a:lnTo>
                    <a:pt x="2855659" y="3419952"/>
                  </a:lnTo>
                  <a:lnTo>
                    <a:pt x="0" y="3419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390265"/>
              <a:ext cx="18288000" cy="753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13"/>
                </a:lnSpc>
              </a:pPr>
              <a:r>
                <a:rPr lang="en-US" sz="6550" dirty="0">
                  <a:solidFill>
                    <a:srgbClr val="000000"/>
                  </a:solidFill>
                  <a:latin typeface="Amoresa"/>
                  <a:ea typeface="Amoresa"/>
                  <a:cs typeface="Amoresa"/>
                  <a:sym typeface="Amoresa"/>
                </a:rPr>
                <a:t>Christmas Power Data Platform 2025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upo 71">
            <a:extLst>
              <a:ext uri="{FF2B5EF4-FFF2-40B4-BE49-F238E27FC236}">
                <a16:creationId xmlns:a16="http://schemas.microsoft.com/office/drawing/2014/main" id="{C1F1817F-B85A-2069-B26A-01F0EC74C1FE}"/>
              </a:ext>
            </a:extLst>
          </p:cNvPr>
          <p:cNvGrpSpPr/>
          <p:nvPr/>
        </p:nvGrpSpPr>
        <p:grpSpPr>
          <a:xfrm>
            <a:off x="-20471" y="-104775"/>
            <a:ext cx="18308471" cy="10136537"/>
            <a:chOff x="-20471" y="-104775"/>
            <a:chExt cx="18308471" cy="10136537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104775"/>
              <a:ext cx="18288000" cy="838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 b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Patrocinadores</a:t>
              </a:r>
              <a:r>
                <a:rPr lang="en-US" sz="5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</a:p>
          </p:txBody>
        </p:sp>
        <p:pic>
          <p:nvPicPr>
            <p:cNvPr id="22" name="Imagen 21" descr="Imagen que contiene dibujo, señal&#10;&#10;El contenido generado por IA puede ser incorrecto.">
              <a:extLst>
                <a:ext uri="{FF2B5EF4-FFF2-40B4-BE49-F238E27FC236}">
                  <a16:creationId xmlns:a16="http://schemas.microsoft.com/office/drawing/2014/main" id="{15C31147-59AB-5F15-5241-59962CCF4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800" y="725083"/>
              <a:ext cx="3054396" cy="1038017"/>
            </a:xfrm>
            <a:prstGeom prst="rect">
              <a:avLst/>
            </a:prstGeom>
          </p:spPr>
        </p:pic>
        <p:pic>
          <p:nvPicPr>
            <p:cNvPr id="25" name="Imagen 24" descr="Icono&#10;&#10;El contenido generado por IA puede ser incorrecto.">
              <a:extLst>
                <a:ext uri="{FF2B5EF4-FFF2-40B4-BE49-F238E27FC236}">
                  <a16:creationId xmlns:a16="http://schemas.microsoft.com/office/drawing/2014/main" id="{5F983267-78B2-C262-3F12-C32269C79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4932" y="721184"/>
              <a:ext cx="2137751" cy="1118100"/>
            </a:xfrm>
            <a:prstGeom prst="rect">
              <a:avLst/>
            </a:prstGeom>
          </p:spPr>
        </p:pic>
        <p:pic>
          <p:nvPicPr>
            <p:cNvPr id="30" name="Imagen 29" descr="Logotipo&#10;&#10;El contenido generado por IA puede ser incorrecto.">
              <a:extLst>
                <a:ext uri="{FF2B5EF4-FFF2-40B4-BE49-F238E27FC236}">
                  <a16:creationId xmlns:a16="http://schemas.microsoft.com/office/drawing/2014/main" id="{5FF3E97D-8B22-EF9E-445D-93033C16D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7904" y="679201"/>
              <a:ext cx="3698630" cy="1080000"/>
            </a:xfrm>
            <a:prstGeom prst="rect">
              <a:avLst/>
            </a:prstGeom>
          </p:spPr>
        </p:pic>
        <p:pic>
          <p:nvPicPr>
            <p:cNvPr id="33" name="Imagen 32" descr="Interfaz de usuario gráfica, Texto&#10;&#10;El contenido generado por IA puede ser incorrecto.">
              <a:extLst>
                <a:ext uri="{FF2B5EF4-FFF2-40B4-BE49-F238E27FC236}">
                  <a16:creationId xmlns:a16="http://schemas.microsoft.com/office/drawing/2014/main" id="{1AF58936-36E6-EBC0-4F86-D3AD48FED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198" y="105440"/>
              <a:ext cx="4454400" cy="2446200"/>
            </a:xfrm>
            <a:prstGeom prst="rect">
              <a:avLst/>
            </a:prstGeom>
          </p:spPr>
        </p:pic>
        <p:pic>
          <p:nvPicPr>
            <p:cNvPr id="35" name="Imagen 34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68B2AC29-8A4B-6A13-40CD-9CFEB9D21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84570" y="115483"/>
              <a:ext cx="3698630" cy="2080479"/>
            </a:xfrm>
            <a:prstGeom prst="rect">
              <a:avLst/>
            </a:prstGeom>
          </p:spPr>
        </p:pic>
        <p:pic>
          <p:nvPicPr>
            <p:cNvPr id="37" name="Imagen 36" descr="Logotipo&#10;&#10;El contenido generado por IA puede ser incorrecto.">
              <a:extLst>
                <a:ext uri="{FF2B5EF4-FFF2-40B4-BE49-F238E27FC236}">
                  <a16:creationId xmlns:a16="http://schemas.microsoft.com/office/drawing/2014/main" id="{8D61BC2A-38A5-C0F7-6520-44D2D1EFC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20" y="2247466"/>
              <a:ext cx="3547955" cy="1250100"/>
            </a:xfrm>
            <a:prstGeom prst="rect">
              <a:avLst/>
            </a:prstGeom>
          </p:spPr>
        </p:pic>
        <p:pic>
          <p:nvPicPr>
            <p:cNvPr id="39" name="Imagen 38" descr="Diagrama&#10;&#10;El contenido generado por IA puede ser incorrecto.">
              <a:extLst>
                <a:ext uri="{FF2B5EF4-FFF2-40B4-BE49-F238E27FC236}">
                  <a16:creationId xmlns:a16="http://schemas.microsoft.com/office/drawing/2014/main" id="{DDE0CB67-40C4-7EC0-179C-8717BE665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4059" y="2016417"/>
              <a:ext cx="1789621" cy="2520000"/>
            </a:xfrm>
            <a:prstGeom prst="rect">
              <a:avLst/>
            </a:prstGeom>
          </p:spPr>
        </p:pic>
        <p:pic>
          <p:nvPicPr>
            <p:cNvPr id="41" name="Imagen 40" descr="Código QR&#10;&#10;El contenido generado por IA puede ser incorrecto.">
              <a:extLst>
                <a:ext uri="{FF2B5EF4-FFF2-40B4-BE49-F238E27FC236}">
                  <a16:creationId xmlns:a16="http://schemas.microsoft.com/office/drawing/2014/main" id="{B855A2DC-F245-E147-2D15-112CCE512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23633" y="1944300"/>
              <a:ext cx="2972767" cy="1980000"/>
            </a:xfrm>
            <a:prstGeom prst="rect">
              <a:avLst/>
            </a:prstGeom>
          </p:spPr>
        </p:pic>
        <p:pic>
          <p:nvPicPr>
            <p:cNvPr id="43" name="Imagen 42" descr="Dibujo con letras blancas&#10;&#10;El contenido generado por IA puede ser incorrecto.">
              <a:extLst>
                <a:ext uri="{FF2B5EF4-FFF2-40B4-BE49-F238E27FC236}">
                  <a16:creationId xmlns:a16="http://schemas.microsoft.com/office/drawing/2014/main" id="{371DFD88-5504-9E3F-B654-80A7F85D6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2200" y="2247900"/>
              <a:ext cx="3687689" cy="1383331"/>
            </a:xfrm>
            <a:prstGeom prst="rect">
              <a:avLst/>
            </a:prstGeom>
          </p:spPr>
        </p:pic>
        <p:pic>
          <p:nvPicPr>
            <p:cNvPr id="45" name="Imagen 44" descr="Logotipo&#10;&#10;El contenido generado por IA puede ser incorrecto.">
              <a:extLst>
                <a:ext uri="{FF2B5EF4-FFF2-40B4-BE49-F238E27FC236}">
                  <a16:creationId xmlns:a16="http://schemas.microsoft.com/office/drawing/2014/main" id="{ABC80E48-9F6D-817F-3E13-75FAD8C49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33568" y="1790700"/>
              <a:ext cx="3849632" cy="1926340"/>
            </a:xfrm>
            <a:prstGeom prst="rect">
              <a:avLst/>
            </a:prstGeom>
          </p:spPr>
        </p:pic>
        <p:pic>
          <p:nvPicPr>
            <p:cNvPr id="47" name="Imagen 46" descr="Imagen que contiene Logotipo&#10;&#10;El contenido generado por IA puede ser incorrecto.">
              <a:extLst>
                <a:ext uri="{FF2B5EF4-FFF2-40B4-BE49-F238E27FC236}">
                  <a16:creationId xmlns:a16="http://schemas.microsoft.com/office/drawing/2014/main" id="{774A353F-2F78-F48C-3532-66B24F908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471" y="4686300"/>
              <a:ext cx="3547955" cy="974764"/>
            </a:xfrm>
            <a:prstGeom prst="rect">
              <a:avLst/>
            </a:prstGeom>
          </p:spPr>
        </p:pic>
        <p:pic>
          <p:nvPicPr>
            <p:cNvPr id="51" name="Gráfico 50">
              <a:extLst>
                <a:ext uri="{FF2B5EF4-FFF2-40B4-BE49-F238E27FC236}">
                  <a16:creationId xmlns:a16="http://schemas.microsoft.com/office/drawing/2014/main" id="{A3178C8C-F9CB-F082-EF72-BE539EA8B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547999" y="4686300"/>
              <a:ext cx="2817571" cy="963385"/>
            </a:xfrm>
            <a:prstGeom prst="rect">
              <a:avLst/>
            </a:prstGeom>
          </p:spPr>
        </p:pic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E9386AC9-F390-5760-16BD-084E07A38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7527" y="4845518"/>
              <a:ext cx="3698631" cy="429762"/>
            </a:xfrm>
            <a:prstGeom prst="rect">
              <a:avLst/>
            </a:prstGeom>
          </p:spPr>
        </p:pic>
        <p:pic>
          <p:nvPicPr>
            <p:cNvPr id="55" name="Imagen 54" descr="Logotipo, nombre de la empresa&#10;&#10;El contenido generado por IA puede ser incorrecto.">
              <a:extLst>
                <a:ext uri="{FF2B5EF4-FFF2-40B4-BE49-F238E27FC236}">
                  <a16:creationId xmlns:a16="http://schemas.microsoft.com/office/drawing/2014/main" id="{42201ADB-6601-01F0-45E3-9AC68035E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06600" y="4246012"/>
              <a:ext cx="2895600" cy="1628775"/>
            </a:xfrm>
            <a:prstGeom prst="rect">
              <a:avLst/>
            </a:prstGeom>
          </p:spPr>
        </p:pic>
        <p:pic>
          <p:nvPicPr>
            <p:cNvPr id="57" name="Imagen 56" descr="Logotipo&#10;&#10;El contenido generado por IA puede ser incorrecto.">
              <a:extLst>
                <a:ext uri="{FF2B5EF4-FFF2-40B4-BE49-F238E27FC236}">
                  <a16:creationId xmlns:a16="http://schemas.microsoft.com/office/drawing/2014/main" id="{DA94D10E-4E05-EE09-4DFA-EE991C611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8838" y="4206404"/>
              <a:ext cx="2137751" cy="2137751"/>
            </a:xfrm>
            <a:prstGeom prst="rect">
              <a:avLst/>
            </a:prstGeom>
          </p:spPr>
        </p:pic>
        <p:pic>
          <p:nvPicPr>
            <p:cNvPr id="59" name="Imagen 58" descr="Un dibujo con letras&#10;&#10;El contenido generado por IA puede ser incorrecto.">
              <a:extLst>
                <a:ext uri="{FF2B5EF4-FFF2-40B4-BE49-F238E27FC236}">
                  <a16:creationId xmlns:a16="http://schemas.microsoft.com/office/drawing/2014/main" id="{441F3876-8542-19C3-99AF-31E464295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060" y="6519458"/>
              <a:ext cx="2819400" cy="1008854"/>
            </a:xfrm>
            <a:prstGeom prst="rect">
              <a:avLst/>
            </a:prstGeom>
          </p:spPr>
        </p:pic>
        <p:pic>
          <p:nvPicPr>
            <p:cNvPr id="61" name="Imagen 60" descr="Imagen que contiene perro, interior, café, viendo&#10;&#10;El contenido generado por IA puede ser incorrecto.">
              <a:extLst>
                <a:ext uri="{FF2B5EF4-FFF2-40B4-BE49-F238E27FC236}">
                  <a16:creationId xmlns:a16="http://schemas.microsoft.com/office/drawing/2014/main" id="{9ADACAD4-07FF-8DCE-5FD5-2217933D1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9621" y="5524500"/>
              <a:ext cx="1997354" cy="2520000"/>
            </a:xfrm>
            <a:prstGeom prst="rect">
              <a:avLst/>
            </a:prstGeom>
          </p:spPr>
        </p:pic>
        <p:pic>
          <p:nvPicPr>
            <p:cNvPr id="63" name="Imagen 62">
              <a:extLst>
                <a:ext uri="{FF2B5EF4-FFF2-40B4-BE49-F238E27FC236}">
                  <a16:creationId xmlns:a16="http://schemas.microsoft.com/office/drawing/2014/main" id="{BDA2A1DD-734A-B44D-A65C-ECDCB34BA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944307" y="6519458"/>
              <a:ext cx="1847850" cy="2066925"/>
            </a:xfrm>
            <a:prstGeom prst="rect">
              <a:avLst/>
            </a:prstGeom>
          </p:spPr>
        </p:pic>
        <p:pic>
          <p:nvPicPr>
            <p:cNvPr id="65" name="Imagen 64" descr="Logotipo&#10;&#10;El contenido generado por IA puede ser incorrecto.">
              <a:extLst>
                <a:ext uri="{FF2B5EF4-FFF2-40B4-BE49-F238E27FC236}">
                  <a16:creationId xmlns:a16="http://schemas.microsoft.com/office/drawing/2014/main" id="{68574810-5972-438E-D666-FE019C984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3716" y="5275280"/>
              <a:ext cx="3568571" cy="2932853"/>
            </a:xfrm>
            <a:prstGeom prst="rect">
              <a:avLst/>
            </a:prstGeom>
          </p:spPr>
        </p:pic>
        <p:pic>
          <p:nvPicPr>
            <p:cNvPr id="67" name="Imagen 66" descr="Imagen en blanco y negro de un reloj&#10;&#10;El contenido generado por IA puede ser incorrecto.">
              <a:extLst>
                <a:ext uri="{FF2B5EF4-FFF2-40B4-BE49-F238E27FC236}">
                  <a16:creationId xmlns:a16="http://schemas.microsoft.com/office/drawing/2014/main" id="{0B1B3E85-1F0F-5DF8-77F7-76871A630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27842" y="6216476"/>
              <a:ext cx="4019048" cy="1514286"/>
            </a:xfrm>
            <a:prstGeom prst="rect">
              <a:avLst/>
            </a:prstGeom>
          </p:spPr>
        </p:pic>
        <p:pic>
          <p:nvPicPr>
            <p:cNvPr id="69" name="Imagen 68" descr="Un dibujo de una cara feliz&#10;&#10;El contenido generado por IA puede ser incorrecto.">
              <a:extLst>
                <a:ext uri="{FF2B5EF4-FFF2-40B4-BE49-F238E27FC236}">
                  <a16:creationId xmlns:a16="http://schemas.microsoft.com/office/drawing/2014/main" id="{7AE2EFCC-4E39-F02C-7AF1-84A8D56B2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684" y="8877300"/>
              <a:ext cx="2296152" cy="1008854"/>
            </a:xfrm>
            <a:prstGeom prst="rect">
              <a:avLst/>
            </a:prstGeom>
          </p:spPr>
        </p:pic>
        <p:pic>
          <p:nvPicPr>
            <p:cNvPr id="71" name="Imagen 70" descr="Diagrama, Diagrama de Venn&#10;&#10;El contenido generado por IA puede ser incorrecto.">
              <a:extLst>
                <a:ext uri="{FF2B5EF4-FFF2-40B4-BE49-F238E27FC236}">
                  <a16:creationId xmlns:a16="http://schemas.microsoft.com/office/drawing/2014/main" id="{46CF40D6-F91B-0643-98A8-20DDC070E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3289" y="8471051"/>
              <a:ext cx="1560711" cy="1560711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D63DAFD-BC8D-2D8A-83FA-E0E86AAD628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89899" y="9037021"/>
            <a:ext cx="3877519" cy="4454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B928FB-C47E-6020-DCD3-768A71D286D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46832" y="7771007"/>
            <a:ext cx="3334113" cy="8742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CFBE83-6F56-869D-0AF9-E3833CE64B6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801198" y="8891183"/>
            <a:ext cx="3694254" cy="105992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BE9EE4A-45F7-C081-8543-164268F6C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9232" y="7981314"/>
            <a:ext cx="1524000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FC04D-B366-BA72-B8CC-953524FD57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err="1"/>
              <a:t>Seguridad</a:t>
            </a:r>
            <a:r>
              <a:rPr lang="en-ZA" dirty="0"/>
              <a:t> </a:t>
            </a:r>
            <a:r>
              <a:rPr lang="en-ZA" dirty="0" err="1"/>
              <a:t>dinámica</a:t>
            </a:r>
            <a:r>
              <a:rPr lang="en-ZA" dirty="0"/>
              <a:t> a </a:t>
            </a:r>
            <a:r>
              <a:rPr lang="en-ZA" dirty="0" err="1"/>
              <a:t>nivel</a:t>
            </a:r>
            <a:r>
              <a:rPr lang="en-ZA" dirty="0"/>
              <a:t> de </a:t>
            </a:r>
            <a:r>
              <a:rPr lang="en-ZA" dirty="0" err="1"/>
              <a:t>objeto</a:t>
            </a:r>
            <a:r>
              <a:rPr lang="en-ZA" dirty="0"/>
              <a:t> con Power BI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773E76-8CDA-17E2-E088-BDF31172C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1" y="5219700"/>
            <a:ext cx="8077200" cy="1447800"/>
          </a:xfrm>
        </p:spPr>
        <p:txBody>
          <a:bodyPr>
            <a:normAutofit/>
          </a:bodyPr>
          <a:lstStyle/>
          <a:p>
            <a:r>
              <a:rPr lang="es-ES" sz="4800" b="1" dirty="0"/>
              <a:t>Raúl Vinuesa Arjona</a:t>
            </a:r>
          </a:p>
        </p:txBody>
      </p:sp>
    </p:spTree>
    <p:extLst>
      <p:ext uri="{BB962C8B-B14F-4D97-AF65-F5344CB8AC3E}">
        <p14:creationId xmlns:p14="http://schemas.microsoft.com/office/powerpoint/2010/main" val="301312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BABBE-0EEA-EDF1-55DC-1FEC7C875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6000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C66DA0-C44E-F476-A3EF-E247E43B7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536825"/>
            <a:ext cx="15773400" cy="6527800"/>
          </a:xfrm>
        </p:spPr>
        <p:txBody>
          <a:bodyPr>
            <a:normAutofit/>
          </a:bodyPr>
          <a:lstStyle/>
          <a:p>
            <a:r>
              <a:rPr lang="es-ES" sz="3600" b="1" dirty="0"/>
              <a:t>Objetivo</a:t>
            </a:r>
          </a:p>
          <a:p>
            <a:pPr lvl="1"/>
            <a:r>
              <a:rPr lang="es-ES" sz="3600" dirty="0"/>
              <a:t>Antecedentes</a:t>
            </a:r>
          </a:p>
          <a:p>
            <a:pPr lvl="1"/>
            <a:r>
              <a:rPr lang="es-ES" sz="3600" dirty="0"/>
              <a:t>Reto</a:t>
            </a:r>
          </a:p>
          <a:p>
            <a:r>
              <a:rPr lang="es-ES" sz="3600" b="1" dirty="0"/>
              <a:t>Solución planteada</a:t>
            </a:r>
          </a:p>
          <a:p>
            <a:pPr lvl="1"/>
            <a:r>
              <a:rPr lang="es-ES" sz="3600" dirty="0"/>
              <a:t>¿Cómo lo hacemos?</a:t>
            </a:r>
          </a:p>
          <a:p>
            <a:r>
              <a:rPr lang="es-ES" sz="3600" b="1" dirty="0"/>
              <a:t>Flujo de configuración</a:t>
            </a:r>
          </a:p>
          <a:p>
            <a:pPr lvl="1"/>
            <a:r>
              <a:rPr lang="es-ES" sz="3600" dirty="0"/>
              <a:t>1 modelo, N informes</a:t>
            </a:r>
          </a:p>
          <a:p>
            <a:r>
              <a:rPr lang="es-ES" sz="3600" b="1" dirty="0"/>
              <a:t>Consideraciones finales</a:t>
            </a:r>
          </a:p>
          <a:p>
            <a:pPr lvl="1"/>
            <a:r>
              <a:rPr lang="es-ES" sz="3600" dirty="0"/>
              <a:t>Ventajas y configuraciones adicionales</a:t>
            </a:r>
          </a:p>
          <a:p>
            <a:r>
              <a:rPr lang="es-ES" sz="3600" b="1" dirty="0"/>
              <a:t>Demo</a:t>
            </a:r>
          </a:p>
          <a:p>
            <a:r>
              <a:rPr lang="es-ES" sz="3600" b="1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2658569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2CC79-0DB5-FA76-907F-091FB8236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778" y="694085"/>
            <a:ext cx="15773400" cy="1433513"/>
          </a:xfrm>
        </p:spPr>
        <p:txBody>
          <a:bodyPr>
            <a:normAutofit/>
          </a:bodyPr>
          <a:lstStyle/>
          <a:p>
            <a:r>
              <a:rPr lang="es-ES" sz="4400" dirty="0"/>
              <a:t>Raúl Vinuesa Arjona</a:t>
            </a:r>
          </a:p>
        </p:txBody>
      </p:sp>
      <p:pic>
        <p:nvPicPr>
          <p:cNvPr id="6" name="Marcador de posición de imagen 19" descr="Un hombre con suéter de color café&#10;&#10;El contenido generado por IA puede ser incorrecto.">
            <a:extLst>
              <a:ext uri="{FF2B5EF4-FFF2-40B4-BE49-F238E27FC236}">
                <a16:creationId xmlns:a16="http://schemas.microsoft.com/office/drawing/2014/main" id="{1D57F20A-157B-CA09-BD36-8CAB31308E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67" r="17967"/>
          <a:stretch>
            <a:fillRect/>
          </a:stretch>
        </p:blipFill>
        <p:spPr>
          <a:xfrm>
            <a:off x="13987879" y="2013445"/>
            <a:ext cx="3269343" cy="5993136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E6FD1260-DF3C-D617-4636-0D2294C88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0227" y="2127598"/>
            <a:ext cx="4223307" cy="1588252"/>
          </a:xfrm>
          <a:prstGeom prst="rect">
            <a:avLst/>
          </a:prstGeom>
        </p:spPr>
      </p:pic>
      <p:pic>
        <p:nvPicPr>
          <p:cNvPr id="8" name="Imagen 7" descr="Un conjunto de letras negras en un fondo negro&#10;&#10;El contenido generado por IA puede ser incorrecto.">
            <a:extLst>
              <a:ext uri="{FF2B5EF4-FFF2-40B4-BE49-F238E27FC236}">
                <a16:creationId xmlns:a16="http://schemas.microsoft.com/office/drawing/2014/main" id="{459DC535-7A64-1F7A-A820-5EEC8CF05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403" y="5790869"/>
            <a:ext cx="5408304" cy="2168454"/>
          </a:xfrm>
          <a:prstGeom prst="rect">
            <a:avLst/>
          </a:prstGeom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925D4F4E-4C21-458D-362F-A5D083532B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000" y="2400300"/>
            <a:ext cx="7321551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Tx/>
              <a:buChar char="-"/>
            </a:pP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Senior </a:t>
            </a:r>
            <a:r>
              <a:rPr lang="es-E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Consultant</a:t>
            </a: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&amp; Power BI </a:t>
            </a:r>
            <a:r>
              <a:rPr lang="es-E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Champion</a:t>
            </a: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marL="571500" indent="-571500">
              <a:buFontTx/>
              <a:buChar char="-"/>
            </a:pPr>
            <a:endParaRPr lang="es-E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71500" indent="-571500">
              <a:buFontTx/>
              <a:buChar char="-"/>
            </a:pP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Certificaciones: PL-300 Power BI y DP-600 </a:t>
            </a:r>
            <a:r>
              <a:rPr lang="es-E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Fabric</a:t>
            </a:r>
            <a:endParaRPr lang="es-E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71500" indent="-571500">
              <a:buFontTx/>
              <a:buChar char="-"/>
            </a:pPr>
            <a:endParaRPr lang="es-E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71500" indent="-571500">
              <a:buFontTx/>
              <a:buChar char="-"/>
            </a:pPr>
            <a:endParaRPr lang="es-E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71500" indent="-571500">
              <a:buFontTx/>
              <a:buChar char="-"/>
            </a:pP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Líder comunidad Albacete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65E70DF-9FC9-D96D-698F-58B612976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4288546"/>
            <a:ext cx="1258979" cy="157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6C01F4C-CD76-8DB4-73ED-81D6B9FA0E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278" y="4346580"/>
            <a:ext cx="2721755" cy="149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3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5059E-36DC-A567-7486-055D5985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1250D8-DA30-FCA9-E79B-F449A36CE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048500" cy="652780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s-ES" sz="3600" dirty="0"/>
              <a:t>Empresa sector bancario</a:t>
            </a:r>
          </a:p>
          <a:p>
            <a:pPr marL="285750" indent="-285750">
              <a:buFontTx/>
              <a:buChar char="-"/>
            </a:pPr>
            <a:r>
              <a:rPr lang="es-ES" sz="3600" dirty="0"/>
              <a:t>Control visibilidad y acceso por grupo de usuarios</a:t>
            </a:r>
          </a:p>
          <a:p>
            <a:pPr marL="285750" indent="-285750">
              <a:buFontTx/>
              <a:buChar char="-"/>
            </a:pPr>
            <a:r>
              <a:rPr lang="es-ES" sz="3600" dirty="0"/>
              <a:t>Aplicable a dimensiones y medidas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F26BCAA-4FB4-C51F-2844-868FBC8E6B05}"/>
              </a:ext>
            </a:extLst>
          </p:cNvPr>
          <p:cNvSpPr txBox="1">
            <a:spLocks/>
          </p:cNvSpPr>
          <p:nvPr/>
        </p:nvSpPr>
        <p:spPr>
          <a:xfrm>
            <a:off x="1289384" y="1866900"/>
            <a:ext cx="11201588" cy="381000"/>
          </a:xfrm>
          <a:prstGeom prst="rect">
            <a:avLst/>
          </a:prstGeom>
        </p:spPr>
        <p:txBody>
          <a:bodyPr/>
          <a:lstStyle>
            <a:lvl1pPr marL="0" indent="0" defTabSz="121917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120648" indent="0" algn="ctr" defTabSz="1219170" eaLnBrk="1" latinLnBrk="0" hangingPunct="1">
              <a:lnSpc>
                <a:spcPct val="114000"/>
              </a:lnSpc>
              <a:spcBef>
                <a:spcPts val="267"/>
              </a:spcBef>
              <a:spcAft>
                <a:spcPts val="533"/>
              </a:spcAft>
              <a:buFont typeface="Arial" pitchFamily="34" charset="0"/>
              <a:buNone/>
              <a:defRPr sz="1867">
                <a:latin typeface="+mn-lt"/>
                <a:ea typeface="+mn-ea"/>
                <a:cs typeface="+mn-cs"/>
              </a:defRPr>
            </a:lvl2pPr>
            <a:lvl3pPr marL="713300" indent="-251878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267"/>
              </a:spcAft>
              <a:buFont typeface="Arial" pitchFamily="34" charset="0"/>
              <a:buChar char="›"/>
              <a:defRPr sz="2133">
                <a:latin typeface="+mn-lt"/>
                <a:ea typeface="+mn-ea"/>
                <a:cs typeface="+mn-cs"/>
              </a:defRPr>
            </a:lvl3pPr>
            <a:lvl4pPr marL="1447764" indent="-304792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533"/>
              </a:spcAft>
              <a:buFont typeface="Arial" pitchFamily="34" charset="0"/>
              <a:buChar char="»"/>
              <a:defRPr sz="2133">
                <a:latin typeface="+mn-lt"/>
                <a:ea typeface="+mn-ea"/>
                <a:cs typeface="+mn-cs"/>
              </a:defRPr>
            </a:lvl4pPr>
            <a:lvl5pPr marL="1924003" indent="-230712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800"/>
              </a:spcAft>
              <a:buFont typeface="Arial" pitchFamily="34" charset="0"/>
              <a:buChar char="-"/>
              <a:defRPr sz="2133">
                <a:latin typeface="+mn-lt"/>
                <a:ea typeface="+mn-ea"/>
                <a:cs typeface="+mn-cs"/>
              </a:defRPr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9pPr>
          </a:lstStyle>
          <a:p>
            <a:r>
              <a:rPr lang="en-ZA" sz="2800" dirty="0" err="1">
                <a:latin typeface="+mj-lt"/>
              </a:rPr>
              <a:t>Antecedentes</a:t>
            </a:r>
            <a:endParaRPr lang="en-US" sz="2800"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D36A1D1-81C2-3F27-FD64-3FFAC9255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810" y="2574924"/>
            <a:ext cx="9339261" cy="622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07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59736-D667-77FD-2730-F74685AA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E768-7D3F-3307-9154-38C4CBD72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951DA5-3CBA-AB14-0B9F-06FBCC467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14211300" cy="65278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ES" sz="3600" b="1" dirty="0">
                <a:solidFill>
                  <a:schemeClr val="tx2"/>
                </a:solidFill>
                <a:cs typeface="Segoe UI Semibold" panose="020B0502040204020203" pitchFamily="34" charset="0"/>
              </a:rPr>
              <a:t>Parametrización de la visualización</a:t>
            </a:r>
          </a:p>
          <a:p>
            <a:pPr>
              <a:lnSpc>
                <a:spcPct val="150000"/>
              </a:lnSpc>
            </a:pPr>
            <a:r>
              <a:rPr lang="es-ES" sz="3600" dirty="0"/>
              <a:t>Definir un mecanismo para gobernar </a:t>
            </a:r>
            <a:r>
              <a:rPr lang="es-ES" sz="3600" b="1" dirty="0"/>
              <a:t>qué datos o </a:t>
            </a:r>
            <a:r>
              <a:rPr lang="es-ES" sz="3600" b="1" dirty="0" err="1"/>
              <a:t>KPIs</a:t>
            </a:r>
            <a:r>
              <a:rPr lang="es-ES" sz="3600" b="1" dirty="0"/>
              <a:t> se muestran </a:t>
            </a:r>
            <a:r>
              <a:rPr lang="es-ES" sz="3600" dirty="0"/>
              <a:t>en qué informes, </a:t>
            </a:r>
            <a:r>
              <a:rPr lang="es-ES" sz="3600" b="1" dirty="0"/>
              <a:t>o si una columna o campo es visible o no</a:t>
            </a:r>
          </a:p>
          <a:p>
            <a:pPr>
              <a:lnSpc>
                <a:spcPct val="150000"/>
              </a:lnSpc>
            </a:pPr>
            <a:r>
              <a:rPr lang="es-ES" sz="3600" dirty="0"/>
              <a:t>Usuarios con </a:t>
            </a:r>
            <a:r>
              <a:rPr lang="es-ES" sz="3600" b="1" dirty="0"/>
              <a:t>distintos roles necesitan ver </a:t>
            </a:r>
            <a:r>
              <a:rPr lang="es-ES" sz="3600" b="1" dirty="0" err="1"/>
              <a:t>KPIs</a:t>
            </a:r>
            <a:r>
              <a:rPr lang="es-ES" sz="3600" b="1" dirty="0"/>
              <a:t> y dimensiones específicas</a:t>
            </a:r>
          </a:p>
          <a:p>
            <a:pPr>
              <a:lnSpc>
                <a:spcPct val="150000"/>
              </a:lnSpc>
            </a:pPr>
            <a:r>
              <a:rPr lang="es-ES" sz="3600" b="1" dirty="0" err="1"/>
              <a:t>KPIs</a:t>
            </a:r>
            <a:r>
              <a:rPr lang="es-ES" sz="3600" dirty="0"/>
              <a:t> sensibles </a:t>
            </a:r>
            <a:r>
              <a:rPr lang="es-ES" sz="3600" b="1" dirty="0"/>
              <a:t>visibles</a:t>
            </a:r>
            <a:r>
              <a:rPr lang="es-ES" sz="3600" dirty="0"/>
              <a:t> solo para unos </a:t>
            </a:r>
            <a:r>
              <a:rPr lang="es-ES" sz="3600" b="1" dirty="0"/>
              <a:t>pocos</a:t>
            </a:r>
            <a:r>
              <a:rPr lang="es-ES" sz="3600" dirty="0"/>
              <a:t> </a:t>
            </a:r>
            <a:r>
              <a:rPr lang="es-ES" sz="3600" b="1" dirty="0"/>
              <a:t>usuarios</a:t>
            </a:r>
          </a:p>
          <a:p>
            <a:pPr lvl="1">
              <a:lnSpc>
                <a:spcPct val="150000"/>
              </a:lnSpc>
            </a:pPr>
            <a:r>
              <a:rPr lang="es-ES" sz="3600" dirty="0"/>
              <a:t>Ejemplo: Sector bancario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7EF5789-A7DB-6DEA-BD35-BF06CF0BDD50}"/>
              </a:ext>
            </a:extLst>
          </p:cNvPr>
          <p:cNvSpPr txBox="1">
            <a:spLocks/>
          </p:cNvSpPr>
          <p:nvPr/>
        </p:nvSpPr>
        <p:spPr>
          <a:xfrm>
            <a:off x="1289384" y="1866900"/>
            <a:ext cx="11201588" cy="381000"/>
          </a:xfrm>
          <a:prstGeom prst="rect">
            <a:avLst/>
          </a:prstGeom>
        </p:spPr>
        <p:txBody>
          <a:bodyPr/>
          <a:lstStyle>
            <a:lvl1pPr marL="0" indent="0" defTabSz="121917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120648" indent="0" algn="ctr" defTabSz="1219170" eaLnBrk="1" latinLnBrk="0" hangingPunct="1">
              <a:lnSpc>
                <a:spcPct val="114000"/>
              </a:lnSpc>
              <a:spcBef>
                <a:spcPts val="267"/>
              </a:spcBef>
              <a:spcAft>
                <a:spcPts val="533"/>
              </a:spcAft>
              <a:buFont typeface="Arial" pitchFamily="34" charset="0"/>
              <a:buNone/>
              <a:defRPr sz="1867">
                <a:latin typeface="+mn-lt"/>
                <a:ea typeface="+mn-ea"/>
                <a:cs typeface="+mn-cs"/>
              </a:defRPr>
            </a:lvl2pPr>
            <a:lvl3pPr marL="713300" indent="-251878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267"/>
              </a:spcAft>
              <a:buFont typeface="Arial" pitchFamily="34" charset="0"/>
              <a:buChar char="›"/>
              <a:defRPr sz="2133">
                <a:latin typeface="+mn-lt"/>
                <a:ea typeface="+mn-ea"/>
                <a:cs typeface="+mn-cs"/>
              </a:defRPr>
            </a:lvl3pPr>
            <a:lvl4pPr marL="1447764" indent="-304792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533"/>
              </a:spcAft>
              <a:buFont typeface="Arial" pitchFamily="34" charset="0"/>
              <a:buChar char="»"/>
              <a:defRPr sz="2133">
                <a:latin typeface="+mn-lt"/>
                <a:ea typeface="+mn-ea"/>
                <a:cs typeface="+mn-cs"/>
              </a:defRPr>
            </a:lvl4pPr>
            <a:lvl5pPr marL="1924003" indent="-230712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800"/>
              </a:spcAft>
              <a:buFont typeface="Arial" pitchFamily="34" charset="0"/>
              <a:buChar char="-"/>
              <a:defRPr sz="2133">
                <a:latin typeface="+mn-lt"/>
                <a:ea typeface="+mn-ea"/>
                <a:cs typeface="+mn-cs"/>
              </a:defRPr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9pPr>
          </a:lstStyle>
          <a:p>
            <a:r>
              <a:rPr lang="en-ZA" sz="2800" dirty="0">
                <a:latin typeface="+mj-lt"/>
              </a:rPr>
              <a:t>Reto</a:t>
            </a:r>
            <a:endParaRPr lang="en-US" sz="2800" dirty="0">
              <a:latin typeface="+mj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CC8EAEE-4A30-B4BD-5A5A-E258F95FCF4A}"/>
              </a:ext>
            </a:extLst>
          </p:cNvPr>
          <p:cNvCxnSpPr>
            <a:cxnSpLocks/>
          </p:cNvCxnSpPr>
          <p:nvPr/>
        </p:nvCxnSpPr>
        <p:spPr>
          <a:xfrm>
            <a:off x="838200" y="3009900"/>
            <a:ext cx="0" cy="6096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074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3B9B-A61E-7A24-EF3F-DBFDB68E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384B1-1038-C731-B8A9-EB03A35A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Solución planteada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513A0F-17FD-8BCB-1815-EED02E550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8724900" cy="65278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s-ES" sz="3600" b="1" dirty="0">
                <a:solidFill>
                  <a:schemeClr val="tx2"/>
                </a:solidFill>
                <a:cs typeface="Segoe UI Semibold" panose="020B0702040204020203" pitchFamily="34" charset="0"/>
              </a:rPr>
              <a:t>Seguridad dinámica basada en permisos </a:t>
            </a:r>
            <a:r>
              <a:rPr lang="es-ES" sz="3600" dirty="0"/>
              <a:t>(</a:t>
            </a:r>
            <a:r>
              <a:rPr lang="es-ES" sz="3600" dirty="0" err="1"/>
              <a:t>ver_KPI</a:t>
            </a:r>
            <a:r>
              <a:rPr lang="es-ES" sz="3600" dirty="0"/>
              <a:t>, </a:t>
            </a:r>
            <a:r>
              <a:rPr lang="es-ES" sz="3600" dirty="0" err="1"/>
              <a:t>ver_Dimension</a:t>
            </a:r>
            <a:r>
              <a:rPr lang="es-ES" sz="3600" dirty="0"/>
              <a:t>, …)</a:t>
            </a:r>
          </a:p>
          <a:p>
            <a:pPr lvl="1">
              <a:lnSpc>
                <a:spcPct val="100000"/>
              </a:lnSpc>
            </a:pPr>
            <a:r>
              <a:rPr lang="es-ES" sz="3600" b="1" dirty="0"/>
              <a:t>Tabla de control</a:t>
            </a:r>
            <a:r>
              <a:rPr lang="es-ES" sz="3600" dirty="0"/>
              <a:t> desconectada</a:t>
            </a:r>
          </a:p>
          <a:p>
            <a:pPr lvl="1">
              <a:lnSpc>
                <a:spcPct val="100000"/>
              </a:lnSpc>
            </a:pPr>
            <a:r>
              <a:rPr lang="es-ES" sz="3600" b="1" dirty="0"/>
              <a:t>Tabla auxiliar de permisos</a:t>
            </a:r>
            <a:r>
              <a:rPr lang="es-ES" sz="3600" dirty="0"/>
              <a:t> desconectada</a:t>
            </a:r>
          </a:p>
          <a:p>
            <a:pPr lvl="1">
              <a:lnSpc>
                <a:spcPct val="100000"/>
              </a:lnSpc>
            </a:pPr>
            <a:r>
              <a:rPr lang="es-ES" sz="3600" dirty="0"/>
              <a:t>Medida </a:t>
            </a:r>
            <a:r>
              <a:rPr lang="es-ES" sz="3600" b="1" dirty="0"/>
              <a:t>DAX</a:t>
            </a:r>
            <a:r>
              <a:rPr lang="es-ES" sz="3600" dirty="0"/>
              <a:t> base de </a:t>
            </a:r>
            <a:r>
              <a:rPr lang="es-ES" sz="3600" b="1" dirty="0"/>
              <a:t>control</a:t>
            </a:r>
            <a:r>
              <a:rPr lang="es-ES" sz="3600" dirty="0"/>
              <a:t> de </a:t>
            </a:r>
            <a:r>
              <a:rPr lang="es-ES" sz="3600" b="1" dirty="0"/>
              <a:t>visibilidad</a:t>
            </a:r>
            <a:r>
              <a:rPr lang="es-ES" sz="3600" dirty="0"/>
              <a:t> de </a:t>
            </a:r>
            <a:r>
              <a:rPr lang="es-ES" sz="3600" b="1" dirty="0" err="1"/>
              <a:t>KPIs</a:t>
            </a:r>
            <a:r>
              <a:rPr lang="es-ES" sz="3600" dirty="0"/>
              <a:t> en objetos visuales</a:t>
            </a:r>
          </a:p>
          <a:p>
            <a:pPr lvl="1">
              <a:lnSpc>
                <a:spcPct val="100000"/>
              </a:lnSpc>
            </a:pPr>
            <a:r>
              <a:rPr lang="es-ES" sz="3600" dirty="0"/>
              <a:t>Medidas </a:t>
            </a:r>
            <a:r>
              <a:rPr lang="es-ES" sz="3600" b="1" dirty="0"/>
              <a:t>DAX</a:t>
            </a:r>
            <a:r>
              <a:rPr lang="es-ES" sz="3600" dirty="0"/>
              <a:t> </a:t>
            </a:r>
            <a:r>
              <a:rPr lang="es-ES" sz="3600" b="1" dirty="0"/>
              <a:t>control</a:t>
            </a:r>
            <a:r>
              <a:rPr lang="es-ES" sz="3600" dirty="0"/>
              <a:t> de </a:t>
            </a:r>
            <a:r>
              <a:rPr lang="es-ES" sz="3600" b="1" dirty="0"/>
              <a:t>visibilidad</a:t>
            </a:r>
            <a:r>
              <a:rPr lang="es-ES" sz="3600" dirty="0"/>
              <a:t> de </a:t>
            </a:r>
            <a:r>
              <a:rPr lang="es-ES" sz="3600" b="1" dirty="0"/>
              <a:t>dimensiones</a:t>
            </a:r>
            <a:r>
              <a:rPr lang="es-ES" sz="3600" dirty="0"/>
              <a:t> o </a:t>
            </a:r>
            <a:r>
              <a:rPr lang="es-ES" sz="3600" b="1" dirty="0"/>
              <a:t>campos</a:t>
            </a:r>
          </a:p>
          <a:p>
            <a:pPr lvl="1">
              <a:lnSpc>
                <a:spcPct val="100000"/>
              </a:lnSpc>
            </a:pPr>
            <a:r>
              <a:rPr lang="es-ES" sz="3600" b="1" dirty="0">
                <a:solidFill>
                  <a:srgbClr val="FF0000"/>
                </a:solidFill>
              </a:rPr>
              <a:t>No se filtran filas, sólo se “ocultan” objetos</a:t>
            </a:r>
          </a:p>
          <a:p>
            <a:pPr lvl="1">
              <a:lnSpc>
                <a:spcPct val="100000"/>
              </a:lnSpc>
            </a:pPr>
            <a:r>
              <a:rPr lang="es-ES" sz="3600" b="1" dirty="0">
                <a:solidFill>
                  <a:srgbClr val="FF0000"/>
                </a:solidFill>
              </a:rPr>
              <a:t>No es RLS</a:t>
            </a:r>
            <a:endParaRPr lang="es-ES" sz="3600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A2CC9D6-ABBA-0B38-D927-1002FE04A7E0}"/>
              </a:ext>
            </a:extLst>
          </p:cNvPr>
          <p:cNvSpPr txBox="1">
            <a:spLocks/>
          </p:cNvSpPr>
          <p:nvPr/>
        </p:nvSpPr>
        <p:spPr>
          <a:xfrm>
            <a:off x="1257300" y="1866900"/>
            <a:ext cx="11201588" cy="381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defTabSz="121917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120648" indent="0" algn="ctr" defTabSz="1219170" eaLnBrk="1" latinLnBrk="0" hangingPunct="1">
              <a:lnSpc>
                <a:spcPct val="114000"/>
              </a:lnSpc>
              <a:spcBef>
                <a:spcPts val="267"/>
              </a:spcBef>
              <a:spcAft>
                <a:spcPts val="533"/>
              </a:spcAft>
              <a:buFont typeface="Arial" pitchFamily="34" charset="0"/>
              <a:buNone/>
              <a:defRPr sz="1867">
                <a:latin typeface="+mn-lt"/>
                <a:ea typeface="+mn-ea"/>
                <a:cs typeface="+mn-cs"/>
              </a:defRPr>
            </a:lvl2pPr>
            <a:lvl3pPr marL="713300" indent="-251878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267"/>
              </a:spcAft>
              <a:buFont typeface="Arial" pitchFamily="34" charset="0"/>
              <a:buChar char="›"/>
              <a:defRPr sz="2133">
                <a:latin typeface="+mn-lt"/>
                <a:ea typeface="+mn-ea"/>
                <a:cs typeface="+mn-cs"/>
              </a:defRPr>
            </a:lvl3pPr>
            <a:lvl4pPr marL="1447764" indent="-304792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533"/>
              </a:spcAft>
              <a:buFont typeface="Arial" pitchFamily="34" charset="0"/>
              <a:buChar char="»"/>
              <a:defRPr sz="2133">
                <a:latin typeface="+mn-lt"/>
                <a:ea typeface="+mn-ea"/>
                <a:cs typeface="+mn-cs"/>
              </a:defRPr>
            </a:lvl4pPr>
            <a:lvl5pPr marL="1924003" indent="-230712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800"/>
              </a:spcAft>
              <a:buFont typeface="Arial" pitchFamily="34" charset="0"/>
              <a:buChar char="-"/>
              <a:defRPr sz="2133">
                <a:latin typeface="+mn-lt"/>
                <a:ea typeface="+mn-ea"/>
                <a:cs typeface="+mn-cs"/>
              </a:defRPr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9pPr>
          </a:lstStyle>
          <a:p>
            <a:r>
              <a:rPr lang="en-ZA" sz="2800" dirty="0">
                <a:latin typeface="+mj-lt"/>
              </a:rPr>
              <a:t>¿</a:t>
            </a:r>
            <a:r>
              <a:rPr lang="en-ZA" sz="2800" dirty="0" err="1">
                <a:latin typeface="+mj-lt"/>
              </a:rPr>
              <a:t>Cómo</a:t>
            </a:r>
            <a:r>
              <a:rPr lang="en-ZA" sz="2800" dirty="0">
                <a:latin typeface="+mj-lt"/>
              </a:rPr>
              <a:t> lo </a:t>
            </a:r>
            <a:r>
              <a:rPr lang="en-ZA" sz="2800" dirty="0" err="1">
                <a:latin typeface="+mj-lt"/>
              </a:rPr>
              <a:t>hacemos</a:t>
            </a:r>
            <a:r>
              <a:rPr lang="en-ZA" sz="2800" dirty="0">
                <a:latin typeface="+mj-lt"/>
              </a:rPr>
              <a:t>?</a:t>
            </a:r>
            <a:endParaRPr lang="en-US" sz="2800" dirty="0">
              <a:latin typeface="+mj-lt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68EB4BD-1BD6-EF98-6A43-15231AD6A1BC}"/>
              </a:ext>
            </a:extLst>
          </p:cNvPr>
          <p:cNvCxnSpPr>
            <a:cxnSpLocks/>
          </p:cNvCxnSpPr>
          <p:nvPr/>
        </p:nvCxnSpPr>
        <p:spPr>
          <a:xfrm>
            <a:off x="9982200" y="2933700"/>
            <a:ext cx="0" cy="6096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" name="Imagen 5" descr="Rueda dentada de metal">
            <a:extLst>
              <a:ext uri="{FF2B5EF4-FFF2-40B4-BE49-F238E27FC236}">
                <a16:creationId xmlns:a16="http://schemas.microsoft.com/office/drawing/2014/main" id="{617DBF00-75A2-CE09-5EEE-313237189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6" y="1183936"/>
            <a:ext cx="1361766" cy="1361766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2859EE2-10CD-E6C2-A608-8455D86077E4}"/>
              </a:ext>
            </a:extLst>
          </p:cNvPr>
          <p:cNvSpPr txBox="1">
            <a:spLocks/>
          </p:cNvSpPr>
          <p:nvPr/>
        </p:nvSpPr>
        <p:spPr>
          <a:xfrm>
            <a:off x="10515600" y="2536825"/>
            <a:ext cx="7589717" cy="6527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latin typeface="+mn-lt"/>
                <a:cs typeface="Segoe UI Semibold" panose="020B0702040204020203" pitchFamily="34" charset="0"/>
              </a:rPr>
              <a:t>En el </a:t>
            </a:r>
            <a:r>
              <a:rPr lang="es-ES" sz="3600" b="1" dirty="0">
                <a:solidFill>
                  <a:schemeClr val="tx2"/>
                </a:solidFill>
                <a:latin typeface="+mn-lt"/>
                <a:cs typeface="Segoe UI Semibold" panose="020B0702040204020203" pitchFamily="34" charset="0"/>
              </a:rPr>
              <a:t>modelo semántico</a:t>
            </a:r>
            <a:br>
              <a:rPr lang="es-ES" sz="3600" dirty="0">
                <a:latin typeface="+mn-lt"/>
              </a:rPr>
            </a:br>
            <a:endParaRPr lang="es-ES" sz="3600" dirty="0">
              <a:latin typeface="+mn-lt"/>
            </a:endParaRPr>
          </a:p>
          <a:p>
            <a:pPr marL="457200" lvl="1" indent="0">
              <a:buNone/>
            </a:pPr>
            <a:r>
              <a:rPr lang="es-ES" sz="3600" dirty="0">
                <a:latin typeface="+mn-lt"/>
              </a:rPr>
              <a:t>✅ Se </a:t>
            </a:r>
            <a:r>
              <a:rPr lang="es-ES" sz="3600" b="1" dirty="0">
                <a:latin typeface="+mn-lt"/>
              </a:rPr>
              <a:t>define 1 vez</a:t>
            </a:r>
            <a:r>
              <a:rPr lang="es-ES" sz="3600" dirty="0">
                <a:latin typeface="+mn-lt"/>
              </a:rPr>
              <a:t>, se </a:t>
            </a:r>
            <a:r>
              <a:rPr lang="es-ES" sz="3600" b="1" dirty="0">
                <a:latin typeface="+mn-lt"/>
              </a:rPr>
              <a:t>aprovecha en N </a:t>
            </a:r>
            <a:r>
              <a:rPr lang="es-ES" sz="3600" dirty="0">
                <a:latin typeface="+mn-lt"/>
              </a:rPr>
              <a:t>informes. </a:t>
            </a:r>
          </a:p>
          <a:p>
            <a:pPr marL="457200" lvl="1" indent="0">
              <a:buNone/>
            </a:pPr>
            <a:r>
              <a:rPr lang="es-ES" sz="3600" dirty="0">
                <a:latin typeface="+mn-lt"/>
              </a:rPr>
              <a:t>✅ No rompe relaciones ni jerarquías. </a:t>
            </a:r>
          </a:p>
          <a:p>
            <a:pPr marL="457200" lvl="1" indent="0">
              <a:buNone/>
            </a:pPr>
            <a:r>
              <a:rPr lang="es-ES" sz="3600" dirty="0">
                <a:latin typeface="+mn-lt"/>
              </a:rPr>
              <a:t>✅ </a:t>
            </a:r>
            <a:r>
              <a:rPr lang="es-ES" sz="3600" b="1" dirty="0">
                <a:latin typeface="+mn-lt"/>
              </a:rPr>
              <a:t>Escalable</a:t>
            </a:r>
            <a:r>
              <a:rPr lang="es-ES" sz="3600" dirty="0">
                <a:latin typeface="+mn-lt"/>
              </a:rPr>
              <a:t> y fácil de mantener (solo se añaden filas en la tabla de control). </a:t>
            </a:r>
          </a:p>
          <a:p>
            <a:pPr marL="457200" lvl="1" indent="0">
              <a:buNone/>
            </a:pPr>
            <a:r>
              <a:rPr lang="es-ES" sz="3600" dirty="0">
                <a:latin typeface="+mn-lt"/>
              </a:rPr>
              <a:t>✅ Permite gestionar </a:t>
            </a:r>
            <a:r>
              <a:rPr lang="es-ES" sz="3600" b="1" dirty="0">
                <a:latin typeface="+mn-lt"/>
              </a:rPr>
              <a:t>permisos granulares </a:t>
            </a:r>
            <a:r>
              <a:rPr lang="es-ES" sz="3600" dirty="0">
                <a:latin typeface="+mn-lt"/>
              </a:rPr>
              <a:t>(por medida, por dimensión, por grupo, etc.).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D326EFC-B236-45B4-05C6-5CD776429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8797" y="1374433"/>
            <a:ext cx="1361766" cy="136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296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DADE1-ED83-7B70-57F0-47BB67F3B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297FD-6B51-1D94-2620-4B42F8D5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Flujo de configuración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5FBA2FA-86C9-52AE-5CC2-92A2892A4E3B}"/>
              </a:ext>
            </a:extLst>
          </p:cNvPr>
          <p:cNvSpPr txBox="1">
            <a:spLocks/>
          </p:cNvSpPr>
          <p:nvPr/>
        </p:nvSpPr>
        <p:spPr>
          <a:xfrm>
            <a:off x="1257300" y="1866900"/>
            <a:ext cx="11201588" cy="381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defTabSz="121917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120648" indent="0" algn="ctr" defTabSz="1219170" eaLnBrk="1" latinLnBrk="0" hangingPunct="1">
              <a:lnSpc>
                <a:spcPct val="114000"/>
              </a:lnSpc>
              <a:spcBef>
                <a:spcPts val="267"/>
              </a:spcBef>
              <a:spcAft>
                <a:spcPts val="533"/>
              </a:spcAft>
              <a:buFont typeface="Arial" pitchFamily="34" charset="0"/>
              <a:buNone/>
              <a:defRPr sz="1867">
                <a:latin typeface="+mn-lt"/>
                <a:ea typeface="+mn-ea"/>
                <a:cs typeface="+mn-cs"/>
              </a:defRPr>
            </a:lvl2pPr>
            <a:lvl3pPr marL="713300" indent="-251878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267"/>
              </a:spcAft>
              <a:buFont typeface="Arial" pitchFamily="34" charset="0"/>
              <a:buChar char="›"/>
              <a:defRPr sz="2133">
                <a:latin typeface="+mn-lt"/>
                <a:ea typeface="+mn-ea"/>
                <a:cs typeface="+mn-cs"/>
              </a:defRPr>
            </a:lvl3pPr>
            <a:lvl4pPr marL="1447764" indent="-304792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533"/>
              </a:spcAft>
              <a:buFont typeface="Arial" pitchFamily="34" charset="0"/>
              <a:buChar char="»"/>
              <a:defRPr sz="2133">
                <a:latin typeface="+mn-lt"/>
                <a:ea typeface="+mn-ea"/>
                <a:cs typeface="+mn-cs"/>
              </a:defRPr>
            </a:lvl4pPr>
            <a:lvl5pPr marL="1924003" indent="-230712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800"/>
              </a:spcAft>
              <a:buFont typeface="Arial" pitchFamily="34" charset="0"/>
              <a:buChar char="-"/>
              <a:defRPr sz="2133">
                <a:latin typeface="+mn-lt"/>
                <a:ea typeface="+mn-ea"/>
                <a:cs typeface="+mn-cs"/>
              </a:defRPr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9pPr>
          </a:lstStyle>
          <a:p>
            <a:r>
              <a:rPr lang="en-ZA" sz="2800" dirty="0">
                <a:latin typeface="+mj-lt"/>
              </a:rPr>
              <a:t>1 </a:t>
            </a:r>
            <a:r>
              <a:rPr lang="en-ZA" sz="2800" dirty="0" err="1">
                <a:latin typeface="+mj-lt"/>
              </a:rPr>
              <a:t>modelo</a:t>
            </a:r>
            <a:r>
              <a:rPr lang="en-ZA" sz="2800" dirty="0">
                <a:latin typeface="+mj-lt"/>
              </a:rPr>
              <a:t>, N </a:t>
            </a:r>
            <a:r>
              <a:rPr lang="en-ZA" sz="2800" dirty="0" err="1">
                <a:latin typeface="+mj-lt"/>
              </a:rPr>
              <a:t>informes</a:t>
            </a:r>
            <a:endParaRPr lang="en-US" sz="2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EB0A0-BF66-8CAE-C335-9DF13A25A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2536825"/>
            <a:ext cx="14897100" cy="750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908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D0B5F-C8C7-CF82-CD33-CC0263F7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3C524-FDB0-2803-4E28-BEBA766C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Consideraciones finales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71A5627-D428-8BB5-93BB-D9250878AF56}"/>
              </a:ext>
            </a:extLst>
          </p:cNvPr>
          <p:cNvSpPr txBox="1">
            <a:spLocks/>
          </p:cNvSpPr>
          <p:nvPr/>
        </p:nvSpPr>
        <p:spPr>
          <a:xfrm>
            <a:off x="1257300" y="2032043"/>
            <a:ext cx="11201588" cy="381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defTabSz="121917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867" b="1" i="0">
                <a:solidFill>
                  <a:schemeClr val="tx2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120648" indent="0" algn="ctr" defTabSz="1219170" eaLnBrk="1" latinLnBrk="0" hangingPunct="1">
              <a:lnSpc>
                <a:spcPct val="114000"/>
              </a:lnSpc>
              <a:spcBef>
                <a:spcPts val="267"/>
              </a:spcBef>
              <a:spcAft>
                <a:spcPts val="533"/>
              </a:spcAft>
              <a:buFont typeface="Arial" pitchFamily="34" charset="0"/>
              <a:buNone/>
              <a:defRPr sz="1867">
                <a:latin typeface="+mn-lt"/>
                <a:ea typeface="+mn-ea"/>
                <a:cs typeface="+mn-cs"/>
              </a:defRPr>
            </a:lvl2pPr>
            <a:lvl3pPr marL="713300" indent="-251878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267"/>
              </a:spcAft>
              <a:buFont typeface="Arial" pitchFamily="34" charset="0"/>
              <a:buChar char="›"/>
              <a:defRPr sz="2133">
                <a:latin typeface="+mn-lt"/>
                <a:ea typeface="+mn-ea"/>
                <a:cs typeface="+mn-cs"/>
              </a:defRPr>
            </a:lvl3pPr>
            <a:lvl4pPr marL="1447764" indent="-304792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533"/>
              </a:spcAft>
              <a:buFont typeface="Arial" pitchFamily="34" charset="0"/>
              <a:buChar char="»"/>
              <a:defRPr sz="2133">
                <a:latin typeface="+mn-lt"/>
                <a:ea typeface="+mn-ea"/>
                <a:cs typeface="+mn-cs"/>
              </a:defRPr>
            </a:lvl4pPr>
            <a:lvl5pPr marL="1924003" indent="-230712" defTabSz="121917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800"/>
              </a:spcAft>
              <a:buFont typeface="Arial" pitchFamily="34" charset="0"/>
              <a:buChar char="-"/>
              <a:defRPr sz="2133">
                <a:latin typeface="+mn-lt"/>
                <a:ea typeface="+mn-ea"/>
                <a:cs typeface="+mn-cs"/>
              </a:defRPr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>
                <a:latin typeface="+mn-lt"/>
                <a:ea typeface="+mn-ea"/>
                <a:cs typeface="+mn-cs"/>
              </a:defRPr>
            </a:lvl9pPr>
          </a:lstStyle>
          <a:p>
            <a:r>
              <a:rPr lang="en-ZA" sz="2800" dirty="0" err="1">
                <a:latin typeface="+mj-lt"/>
              </a:rPr>
              <a:t>Ventajas</a:t>
            </a:r>
            <a:r>
              <a:rPr lang="en-ZA" sz="2800" dirty="0">
                <a:latin typeface="+mj-lt"/>
              </a:rPr>
              <a:t> y </a:t>
            </a:r>
            <a:r>
              <a:rPr lang="en-ZA" sz="2800" dirty="0" err="1">
                <a:latin typeface="+mj-lt"/>
              </a:rPr>
              <a:t>configuraciones</a:t>
            </a:r>
            <a:r>
              <a:rPr lang="en-ZA" sz="2800" dirty="0">
                <a:latin typeface="+mj-lt"/>
              </a:rPr>
              <a:t> </a:t>
            </a:r>
            <a:r>
              <a:rPr lang="en-ZA" sz="2800" dirty="0" err="1">
                <a:latin typeface="+mj-lt"/>
              </a:rPr>
              <a:t>adicionales</a:t>
            </a:r>
            <a:endParaRPr lang="en-US" sz="2800" dirty="0">
              <a:latin typeface="+mj-lt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85399DE-F8BB-88B4-06AF-90E1D22B80BB}"/>
              </a:ext>
            </a:extLst>
          </p:cNvPr>
          <p:cNvSpPr txBox="1">
            <a:spLocks/>
          </p:cNvSpPr>
          <p:nvPr/>
        </p:nvSpPr>
        <p:spPr>
          <a:xfrm>
            <a:off x="1257300" y="3009900"/>
            <a:ext cx="8496301" cy="5867400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lnSpc>
                <a:spcPct val="114000"/>
              </a:lnSpc>
              <a:spcBef>
                <a:spcPts val="800"/>
              </a:spcBef>
              <a:spcAft>
                <a:spcPts val="133"/>
              </a:spcAft>
              <a:buFont typeface="Arial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7708" indent="-237061" algn="l" defTabSz="1219170" rtl="0" eaLnBrk="1" latinLnBrk="0" hangingPunct="1">
              <a:lnSpc>
                <a:spcPct val="114000"/>
              </a:lnSpc>
              <a:spcBef>
                <a:spcPts val="267"/>
              </a:spcBef>
              <a:spcAft>
                <a:spcPts val="533"/>
              </a:spcAft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300" indent="-251878" algn="l" defTabSz="1219170" rtl="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267"/>
              </a:spcAft>
              <a:buFont typeface="Arial" pitchFamily="34" charset="0"/>
              <a:buChar char="›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7764" indent="-304792" algn="l" defTabSz="1219170" rtl="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533"/>
              </a:spcAft>
              <a:buFont typeface="Arial" pitchFamily="34" charset="0"/>
              <a:buChar char="»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4003" indent="-230712" algn="l" defTabSz="1219170" rtl="0" eaLnBrk="1" latinLnBrk="0" hangingPunct="1">
              <a:lnSpc>
                <a:spcPct val="114000"/>
              </a:lnSpc>
              <a:spcBef>
                <a:spcPts val="133"/>
              </a:spcBef>
              <a:spcAft>
                <a:spcPts val="800"/>
              </a:spcAft>
              <a:buFont typeface="Arial" pitchFamily="34" charset="0"/>
              <a:buChar char="-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</a:pPr>
            <a:r>
              <a:rPr lang="es-ES" sz="3600" dirty="0">
                <a:solidFill>
                  <a:schemeClr val="tx2"/>
                </a:solidFill>
                <a:cs typeface="Segoe UI Semibold" panose="020B0702040204020203" pitchFamily="34" charset="0"/>
              </a:rPr>
              <a:t>Ventajas</a:t>
            </a:r>
          </a:p>
          <a:p>
            <a:pPr marL="285750" indent="-285750" fontAlgn="auto">
              <a:buFont typeface="Arial" pitchFamily="34" charset="0"/>
              <a:buChar char="•"/>
            </a:pPr>
            <a:r>
              <a:rPr lang="es-ES" sz="3600" dirty="0"/>
              <a:t>Permite gestionar </a:t>
            </a:r>
            <a:r>
              <a:rPr lang="es-ES" sz="3600" b="1" dirty="0"/>
              <a:t>permisos granulares </a:t>
            </a:r>
            <a:r>
              <a:rPr lang="es-ES" sz="3600" dirty="0"/>
              <a:t>(medida, dimensión, grupo, …)</a:t>
            </a:r>
          </a:p>
          <a:p>
            <a:pPr marL="285750" indent="-285750" fontAlgn="auto">
              <a:buFont typeface="Arial" pitchFamily="34" charset="0"/>
              <a:buChar char="•"/>
            </a:pPr>
            <a:r>
              <a:rPr lang="es-ES" sz="3600" dirty="0"/>
              <a:t>Compatible con parámetros de campo. </a:t>
            </a:r>
            <a:r>
              <a:rPr lang="es-ES" sz="3600" b="1" dirty="0"/>
              <a:t>Análisis multidimensional</a:t>
            </a:r>
          </a:p>
          <a:p>
            <a:pPr marL="285750" indent="-285750" fontAlgn="auto">
              <a:buFont typeface="Arial" pitchFamily="34" charset="0"/>
              <a:buChar char="•"/>
            </a:pPr>
            <a:r>
              <a:rPr lang="es-ES" sz="3600" b="1" dirty="0"/>
              <a:t>Escalable</a:t>
            </a:r>
            <a:r>
              <a:rPr lang="es-ES" sz="3600" dirty="0"/>
              <a:t> y fácil de mantener (sólo añadir filas en la tabla de control)</a:t>
            </a:r>
          </a:p>
          <a:p>
            <a:pPr marL="285750" indent="-285750" fontAlgn="auto">
              <a:buFont typeface="Arial" pitchFamily="34" charset="0"/>
              <a:buChar char="•"/>
            </a:pPr>
            <a:r>
              <a:rPr lang="es-ES" sz="3600" b="1" dirty="0"/>
              <a:t>No requiere</a:t>
            </a:r>
            <a:r>
              <a:rPr lang="es-ES" sz="3600" dirty="0"/>
              <a:t> configurar </a:t>
            </a:r>
            <a:r>
              <a:rPr lang="es-ES" sz="3600" b="1" dirty="0"/>
              <a:t>RLS, </a:t>
            </a:r>
            <a:r>
              <a:rPr lang="es-ES" sz="3600" dirty="0"/>
              <a:t>aunque es complementario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7E7E130-11A6-8110-B361-EF30A8190BA6}"/>
              </a:ext>
            </a:extLst>
          </p:cNvPr>
          <p:cNvSpPr txBox="1">
            <a:spLocks/>
          </p:cNvSpPr>
          <p:nvPr/>
        </p:nvSpPr>
        <p:spPr>
          <a:xfrm>
            <a:off x="10210800" y="3009900"/>
            <a:ext cx="7391383" cy="65008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3600" dirty="0">
                <a:solidFill>
                  <a:schemeClr val="tx2"/>
                </a:solidFill>
                <a:latin typeface="+mn-lt"/>
                <a:cs typeface="Segoe UI Semibold" panose="020B0702040204020203" pitchFamily="34" charset="0"/>
              </a:rPr>
              <a:t>A tener en cuenta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latin typeface="+mn-lt"/>
              </a:rPr>
              <a:t>Seguridad visual, </a:t>
            </a:r>
            <a:r>
              <a:rPr lang="es-ES" sz="3600" b="1" dirty="0">
                <a:latin typeface="+mn-lt"/>
              </a:rPr>
              <a:t>no sustituye RLS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latin typeface="+mn-lt"/>
              </a:rPr>
              <a:t>Publicar mediante </a:t>
            </a:r>
            <a:r>
              <a:rPr lang="es-ES" sz="3600" b="1" dirty="0">
                <a:latin typeface="+mn-lt"/>
              </a:rPr>
              <a:t>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latin typeface="+mn-lt"/>
              </a:rPr>
              <a:t>Usuarios con </a:t>
            </a:r>
            <a:r>
              <a:rPr lang="es-ES" sz="3600" b="1" dirty="0">
                <a:latin typeface="+mn-lt"/>
              </a:rPr>
              <a:t>rol de visor + permisos de compilación si es necesario </a:t>
            </a:r>
            <a:r>
              <a:rPr lang="es-ES" sz="3600" dirty="0">
                <a:latin typeface="+mn-lt"/>
              </a:rPr>
              <a:t>(analizar en Excel)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103B79B-6AED-F05A-C15F-5EC40FAABB67}"/>
              </a:ext>
            </a:extLst>
          </p:cNvPr>
          <p:cNvCxnSpPr>
            <a:cxnSpLocks/>
          </p:cNvCxnSpPr>
          <p:nvPr/>
        </p:nvCxnSpPr>
        <p:spPr>
          <a:xfrm>
            <a:off x="9753600" y="3897398"/>
            <a:ext cx="0" cy="589430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356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2F905-5A1F-690E-3471-FEA603BF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913A8-3361-234B-EE28-18805569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0" y="4148931"/>
            <a:ext cx="2781300" cy="1989137"/>
          </a:xfrm>
        </p:spPr>
        <p:txBody>
          <a:bodyPr/>
          <a:lstStyle/>
          <a:p>
            <a:r>
              <a:rPr lang="es-E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298530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4A54B-901B-9CC1-7E79-962DA964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63B5367-AEA3-E054-EF46-5DED33D25FA9}"/>
              </a:ext>
            </a:extLst>
          </p:cNvPr>
          <p:cNvSpPr txBox="1">
            <a:spLocks/>
          </p:cNvSpPr>
          <p:nvPr/>
        </p:nvSpPr>
        <p:spPr>
          <a:xfrm>
            <a:off x="1269332" y="2550862"/>
            <a:ext cx="13970668" cy="65550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0000"/>
                </a:solidFill>
                <a:latin typeface="Ibercaja" panose="020B0503020203020204" pitchFamily="34" charset="0"/>
                <a:ea typeface="+mn-ea"/>
                <a:cs typeface="Ibercaja" panose="020B0503020203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latin typeface="+mn-lt"/>
              </a:rPr>
              <a:t>Sistema de seguridad escalable</a:t>
            </a:r>
            <a:endParaRPr lang="es-ES" sz="3600" b="1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latin typeface="+mn-lt"/>
              </a:rPr>
              <a:t>Fácil de mantener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latin typeface="+mn-lt"/>
              </a:rPr>
              <a:t>Compatible con RLS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1918070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D1EAA7-C159-901A-5753-A0E3B5B61E8A}"/>
              </a:ext>
            </a:extLst>
          </p:cNvPr>
          <p:cNvSpPr txBox="1"/>
          <p:nvPr/>
        </p:nvSpPr>
        <p:spPr>
          <a:xfrm>
            <a:off x="1219200" y="3848100"/>
            <a:ext cx="158496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3800" b="1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829033007"/>
      </p:ext>
    </p:extLst>
  </p:cSld>
  <p:clrMapOvr>
    <a:masterClrMapping/>
  </p:clrMapOvr>
</p:sld>
</file>

<file path=ppt/theme/theme1.xml><?xml version="1.0" encoding="utf-8"?>
<a:theme xmlns:a="http://schemas.openxmlformats.org/drawingml/2006/main" name="Christmas Power Data Platform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</TotalTime>
  <Words>361</Words>
  <Application>Microsoft Office PowerPoint</Application>
  <PresentationFormat>Personalizado</PresentationFormat>
  <Paragraphs>70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Aptos Display</vt:lpstr>
      <vt:lpstr>Segoe UI Semibold</vt:lpstr>
      <vt:lpstr>Aptos</vt:lpstr>
      <vt:lpstr>Arial</vt:lpstr>
      <vt:lpstr>Amoresa</vt:lpstr>
      <vt:lpstr>Open Sans Bold</vt:lpstr>
      <vt:lpstr>Christmas Power Data Platform</vt:lpstr>
      <vt:lpstr>Presentación de PowerPoint</vt:lpstr>
      <vt:lpstr>Presentación de PowerPoint</vt:lpstr>
      <vt:lpstr>Seguridad dinámica a nivel de objeto con Power BI</vt:lpstr>
      <vt:lpstr>Agenda</vt:lpstr>
      <vt:lpstr>Raúl Vinuesa Arjona</vt:lpstr>
      <vt:lpstr>Objetivos</vt:lpstr>
      <vt:lpstr>Objetivos</vt:lpstr>
      <vt:lpstr>Solución planteada</vt:lpstr>
      <vt:lpstr>Flujo de configuración</vt:lpstr>
      <vt:lpstr>Consideraciones finales</vt:lpstr>
      <vt:lpstr>Demo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Christmas Power Platform 2024</dc:title>
  <cp:lastModifiedBy>Raúl Vinuesa Arjona</cp:lastModifiedBy>
  <cp:revision>13</cp:revision>
  <dcterms:created xsi:type="dcterms:W3CDTF">2006-08-16T00:00:00Z</dcterms:created>
  <dcterms:modified xsi:type="dcterms:W3CDTF">2025-12-12T14:05:06Z</dcterms:modified>
  <dc:identifier>DAGYyeB9n_g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2024-12-09T10:28:34Z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cd148b9a-f6ca-4403-b79c-f0c0b822b325</vt:lpwstr>
  </property>
  <property fmtid="{D5CDD505-2E9C-101B-9397-08002B2CF9AE}" pid="7" name="MSIP_Label_defa4170-0d19-0005-0004-bc88714345d2_ActionId">
    <vt:lpwstr>0f32a33d-f138-4053-9004-6d3d690eff1f</vt:lpwstr>
  </property>
  <property fmtid="{D5CDD505-2E9C-101B-9397-08002B2CF9AE}" pid="8" name="MSIP_Label_defa4170-0d19-0005-0004-bc88714345d2_ContentBits">
    <vt:lpwstr>0</vt:lpwstr>
  </property>
</Properties>
</file>